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Props/core0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openxmlformats.org/officedocument/2006/relationships/metadata/core-properties" Target="docProps/core0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80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3" r:id="rId9"/>
    <p:sldId id="264" r:id="rId10"/>
    <p:sldId id="269" r:id="rId11"/>
    <p:sldId id="270" r:id="rId12"/>
    <p:sldId id="265" r:id="rId13"/>
    <p:sldId id="266" r:id="rId14"/>
    <p:sldId id="267" r:id="rId15"/>
  </p:sldIdLst>
  <p:sldSz cx="9144000" cy="5143500" type="screen16x9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3" d="100"/>
          <a:sy n="103" d="100"/>
        </p:scale>
        <p:origin x="874" y="32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theme" Target="theme/theme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s://bit.ly/3A1uf1Q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155960"/>
            <a:ext cx="4160520" cy="2385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6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IG_NUMB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713160" y="1774080"/>
            <a:ext cx="4675680" cy="10976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_1_1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oogle Shape;69;p13"/>
          <p:cNvGrpSpPr/>
          <p:nvPr/>
        </p:nvGrpSpPr>
        <p:grpSpPr>
          <a:xfrm>
            <a:off x="-417600" y="-428760"/>
            <a:ext cx="9978840" cy="6000480"/>
            <a:chOff x="-417600" y="-428760"/>
            <a:chExt cx="9978840" cy="6000480"/>
          </a:xfrm>
        </p:grpSpPr>
        <p:sp>
          <p:nvSpPr>
            <p:cNvPr id="4" name="Google Shape;70;p13"/>
            <p:cNvSpPr/>
            <p:nvPr/>
          </p:nvSpPr>
          <p:spPr>
            <a:xfrm>
              <a:off x="420840" y="-428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" name="Google Shape;71;p13"/>
            <p:cNvSpPr/>
            <p:nvPr/>
          </p:nvSpPr>
          <p:spPr>
            <a:xfrm>
              <a:off x="7884360" y="-428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6" name="Google Shape;72;p13"/>
            <p:cNvSpPr/>
            <p:nvPr/>
          </p:nvSpPr>
          <p:spPr>
            <a:xfrm>
              <a:off x="8430840" y="55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" name="Google Shape;73;p13"/>
            <p:cNvSpPr/>
            <p:nvPr/>
          </p:nvSpPr>
          <p:spPr>
            <a:xfrm>
              <a:off x="8430840" y="746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" name="Google Shape;74;p13"/>
            <p:cNvSpPr/>
            <p:nvPr/>
          </p:nvSpPr>
          <p:spPr>
            <a:xfrm>
              <a:off x="-125640" y="55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" name="Google Shape;75;p13"/>
            <p:cNvSpPr/>
            <p:nvPr/>
          </p:nvSpPr>
          <p:spPr>
            <a:xfrm>
              <a:off x="-125640" y="746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" name="Google Shape;76;p13"/>
            <p:cNvSpPr/>
            <p:nvPr/>
          </p:nvSpPr>
          <p:spPr>
            <a:xfrm>
              <a:off x="-417600" y="4604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" name="Google Shape;77;p13"/>
            <p:cNvSpPr/>
            <p:nvPr/>
          </p:nvSpPr>
          <p:spPr>
            <a:xfrm>
              <a:off x="8722800" y="4604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3" name="PlaceHolder 2"/>
          <p:cNvSpPr>
            <a:spLocks noGrp="1"/>
          </p:cNvSpPr>
          <p:nvPr>
            <p:ph type="title"/>
          </p:nvPr>
        </p:nvSpPr>
        <p:spPr>
          <a:xfrm>
            <a:off x="1505520" y="12070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4" name="PlaceHolder 3"/>
          <p:cNvSpPr>
            <a:spLocks noGrp="1"/>
          </p:cNvSpPr>
          <p:nvPr>
            <p:ph type="title"/>
          </p:nvPr>
        </p:nvSpPr>
        <p:spPr>
          <a:xfrm>
            <a:off x="1505520" y="293940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4"/>
          <p:cNvSpPr>
            <a:spLocks noGrp="1"/>
          </p:cNvSpPr>
          <p:nvPr>
            <p:ph type="title"/>
          </p:nvPr>
        </p:nvSpPr>
        <p:spPr>
          <a:xfrm>
            <a:off x="4204800" y="12070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5"/>
          <p:cNvSpPr>
            <a:spLocks noGrp="1"/>
          </p:cNvSpPr>
          <p:nvPr>
            <p:ph type="title"/>
          </p:nvPr>
        </p:nvSpPr>
        <p:spPr>
          <a:xfrm>
            <a:off x="4204800" y="293940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" name="PlaceHolder 6"/>
          <p:cNvSpPr>
            <a:spLocks noGrp="1"/>
          </p:cNvSpPr>
          <p:nvPr>
            <p:ph type="title"/>
          </p:nvPr>
        </p:nvSpPr>
        <p:spPr>
          <a:xfrm>
            <a:off x="6904080" y="120708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8" name="PlaceHolder 7"/>
          <p:cNvSpPr>
            <a:spLocks noGrp="1"/>
          </p:cNvSpPr>
          <p:nvPr>
            <p:ph type="title"/>
          </p:nvPr>
        </p:nvSpPr>
        <p:spPr>
          <a:xfrm>
            <a:off x="6904080" y="2939400"/>
            <a:ext cx="734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 algn="ctr">
              <a:lnSpc>
                <a:spcPct val="100000"/>
              </a:lnSpc>
              <a:buNone/>
            </a:pPr>
            <a:r>
              <a:rPr lang="fr-FR" sz="3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3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oogle Shape;98;p14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20" name="Google Shape;99;p14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" name="Google Shape;100;p14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" name="Google Shape;101;p14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3" name="Google Shape;102;p14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" name="Google Shape;103;p14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" name="Google Shape;104;p14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" name="Google Shape;105;p14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" name="Google Shape;106;p14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1226520" y="3229560"/>
            <a:ext cx="6690960" cy="5475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" name="Google Shape;110;p15"/>
          <p:cNvGrpSpPr/>
          <p:nvPr/>
        </p:nvGrpSpPr>
        <p:grpSpPr>
          <a:xfrm>
            <a:off x="-534960" y="-37440"/>
            <a:ext cx="10207440" cy="5621040"/>
            <a:chOff x="-534960" y="-37440"/>
            <a:chExt cx="10207440" cy="5621040"/>
          </a:xfrm>
        </p:grpSpPr>
        <p:sp>
          <p:nvSpPr>
            <p:cNvPr id="30" name="Google Shape;111;p15"/>
            <p:cNvSpPr/>
            <p:nvPr/>
          </p:nvSpPr>
          <p:spPr>
            <a:xfrm>
              <a:off x="-1256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" name="Google Shape;112;p15"/>
            <p:cNvSpPr/>
            <p:nvPr/>
          </p:nvSpPr>
          <p:spPr>
            <a:xfrm>
              <a:off x="-53496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" name="Google Shape;113;p15"/>
            <p:cNvSpPr/>
            <p:nvPr/>
          </p:nvSpPr>
          <p:spPr>
            <a:xfrm rot="10800000">
              <a:off x="8834040" y="-37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3" name="Google Shape;114;p15"/>
            <p:cNvSpPr/>
            <p:nvPr/>
          </p:nvSpPr>
          <p:spPr>
            <a:xfrm rot="10800000">
              <a:off x="8431200" y="419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4" name="Google Shape;115;p15"/>
            <p:cNvSpPr/>
            <p:nvPr/>
          </p:nvSpPr>
          <p:spPr>
            <a:xfrm flipH="1">
              <a:off x="842328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" name="Google Shape;116;p15"/>
            <p:cNvSpPr/>
            <p:nvPr/>
          </p:nvSpPr>
          <p:spPr>
            <a:xfrm flipH="1">
              <a:off x="883296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" name="Google Shape;117;p15"/>
            <p:cNvSpPr/>
            <p:nvPr/>
          </p:nvSpPr>
          <p:spPr>
            <a:xfrm rot="10800000" flipH="1">
              <a:off x="-528840" y="-3744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" name="Google Shape;118;p15"/>
            <p:cNvSpPr/>
            <p:nvPr/>
          </p:nvSpPr>
          <p:spPr>
            <a:xfrm rot="10800000" flipH="1">
              <a:off x="-126000" y="419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2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9" name="Google Shape;121;p16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40" name="Google Shape;122;p16"/>
            <p:cNvSpPr/>
            <p:nvPr/>
          </p:nvSpPr>
          <p:spPr>
            <a:xfrm>
              <a:off x="-1256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1" name="Google Shape;123;p16"/>
            <p:cNvSpPr/>
            <p:nvPr/>
          </p:nvSpPr>
          <p:spPr>
            <a:xfrm>
              <a:off x="-12564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2" name="Google Shape;124;p16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3" name="Google Shape;125;p16"/>
            <p:cNvSpPr/>
            <p:nvPr/>
          </p:nvSpPr>
          <p:spPr>
            <a:xfrm rot="10800000" flipH="1">
              <a:off x="34668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4" name="Google Shape;126;p16"/>
            <p:cNvSpPr/>
            <p:nvPr/>
          </p:nvSpPr>
          <p:spPr>
            <a:xfrm rot="10800000">
              <a:off x="7958520" y="-428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5" name="Google Shape;127;p16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6" name="Google Shape;128;p16"/>
            <p:cNvSpPr/>
            <p:nvPr/>
          </p:nvSpPr>
          <p:spPr>
            <a:xfrm>
              <a:off x="84308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47" name="Google Shape;129;p16"/>
            <p:cNvSpPr/>
            <p:nvPr/>
          </p:nvSpPr>
          <p:spPr>
            <a:xfrm>
              <a:off x="843084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3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9" name="Google Shape;132;p17"/>
          <p:cNvGrpSpPr/>
          <p:nvPr/>
        </p:nvGrpSpPr>
        <p:grpSpPr>
          <a:xfrm>
            <a:off x="-549000" y="-585000"/>
            <a:ext cx="10241640" cy="6168600"/>
            <a:chOff x="-549000" y="-585000"/>
            <a:chExt cx="10241640" cy="6168600"/>
          </a:xfrm>
        </p:grpSpPr>
        <p:sp>
          <p:nvSpPr>
            <p:cNvPr id="50" name="Google Shape;133;p17"/>
            <p:cNvSpPr/>
            <p:nvPr/>
          </p:nvSpPr>
          <p:spPr>
            <a:xfrm>
              <a:off x="29376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1" name="Google Shape;134;p17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2" name="Google Shape;135;p17"/>
            <p:cNvSpPr/>
            <p:nvPr/>
          </p:nvSpPr>
          <p:spPr>
            <a:xfrm rot="10800000" flipH="1">
              <a:off x="-129600" y="4500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3" name="Google Shape;136;p17"/>
            <p:cNvSpPr/>
            <p:nvPr/>
          </p:nvSpPr>
          <p:spPr>
            <a:xfrm rot="10800000" flipH="1">
              <a:off x="-549360" y="4536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4" name="Google Shape;137;p17"/>
            <p:cNvSpPr/>
            <p:nvPr/>
          </p:nvSpPr>
          <p:spPr>
            <a:xfrm>
              <a:off x="185040" y="-585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5" name="Google Shape;138;p17"/>
            <p:cNvSpPr/>
            <p:nvPr/>
          </p:nvSpPr>
          <p:spPr>
            <a:xfrm rot="10800000">
              <a:off x="8434800" y="450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6" name="Google Shape;139;p17"/>
            <p:cNvSpPr/>
            <p:nvPr/>
          </p:nvSpPr>
          <p:spPr>
            <a:xfrm rot="10800000">
              <a:off x="8854200" y="45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57" name="Google Shape;140;p17"/>
            <p:cNvSpPr/>
            <p:nvPr/>
          </p:nvSpPr>
          <p:spPr>
            <a:xfrm flipH="1">
              <a:off x="8119440" y="-5850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ONLY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grpSp>
        <p:nvGrpSpPr>
          <p:cNvPr id="60" name="Google Shape;144;p18"/>
          <p:cNvGrpSpPr/>
          <p:nvPr/>
        </p:nvGrpSpPr>
        <p:grpSpPr>
          <a:xfrm>
            <a:off x="-476640" y="2900520"/>
            <a:ext cx="10096920" cy="2864880"/>
            <a:chOff x="-476640" y="2900520"/>
            <a:chExt cx="10096920" cy="2864880"/>
          </a:xfrm>
        </p:grpSpPr>
        <p:grpSp>
          <p:nvGrpSpPr>
            <p:cNvPr id="61" name="Google Shape;145;p18"/>
            <p:cNvGrpSpPr/>
            <p:nvPr/>
          </p:nvGrpSpPr>
          <p:grpSpPr>
            <a:xfrm>
              <a:off x="-476640" y="2900520"/>
              <a:ext cx="10096920" cy="2864880"/>
              <a:chOff x="-476640" y="2900520"/>
              <a:chExt cx="10096920" cy="2864880"/>
            </a:xfrm>
          </p:grpSpPr>
          <p:sp>
            <p:nvSpPr>
              <p:cNvPr id="62" name="Google Shape;146;p18"/>
              <p:cNvSpPr/>
              <p:nvPr/>
            </p:nvSpPr>
            <p:spPr>
              <a:xfrm rot="10800000" flipH="1">
                <a:off x="-267120" y="290052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3" name="Google Shape;147;p18"/>
              <p:cNvSpPr/>
              <p:nvPr/>
            </p:nvSpPr>
            <p:spPr>
              <a:xfrm>
                <a:off x="-90720" y="44251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4" name="Google Shape;148;p18"/>
              <p:cNvSpPr/>
              <p:nvPr/>
            </p:nvSpPr>
            <p:spPr>
              <a:xfrm>
                <a:off x="-476640" y="352296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5" name="Google Shape;149;p18"/>
              <p:cNvSpPr/>
              <p:nvPr/>
            </p:nvSpPr>
            <p:spPr>
              <a:xfrm rot="10800000">
                <a:off x="8572320" y="29005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6" name="Google Shape;150;p18"/>
              <p:cNvSpPr/>
              <p:nvPr/>
            </p:nvSpPr>
            <p:spPr>
              <a:xfrm flipH="1">
                <a:off x="8395200" y="442512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7" name="Google Shape;151;p18"/>
              <p:cNvSpPr/>
              <p:nvPr/>
            </p:nvSpPr>
            <p:spPr>
              <a:xfrm flipH="1">
                <a:off x="8781480" y="352296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68" name="Google Shape;152;p18"/>
              <p:cNvSpPr/>
              <p:nvPr/>
            </p:nvSpPr>
            <p:spPr>
              <a:xfrm rot="10800000">
                <a:off x="8010360" y="47977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69" name="Google Shape;153;p18"/>
            <p:cNvSpPr/>
            <p:nvPr/>
          </p:nvSpPr>
          <p:spPr>
            <a:xfrm rot="10800000" flipH="1">
              <a:off x="293400" y="47977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0" name="Google Shape;155;p19"/>
          <p:cNvGrpSpPr/>
          <p:nvPr/>
        </p:nvGrpSpPr>
        <p:grpSpPr>
          <a:xfrm>
            <a:off x="-145080" y="-504000"/>
            <a:ext cx="9434160" cy="6151320"/>
            <a:chOff x="-145080" y="-504000"/>
            <a:chExt cx="9434160" cy="6151320"/>
          </a:xfrm>
        </p:grpSpPr>
        <p:sp>
          <p:nvSpPr>
            <p:cNvPr id="71" name="Google Shape;156;p19"/>
            <p:cNvSpPr/>
            <p:nvPr/>
          </p:nvSpPr>
          <p:spPr>
            <a:xfrm rot="10800000" flipH="1">
              <a:off x="534240" y="467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2" name="Google Shape;157;p19"/>
            <p:cNvSpPr/>
            <p:nvPr/>
          </p:nvSpPr>
          <p:spPr>
            <a:xfrm>
              <a:off x="-145080" y="39240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3" name="Google Shape;158;p19"/>
            <p:cNvSpPr/>
            <p:nvPr/>
          </p:nvSpPr>
          <p:spPr>
            <a:xfrm>
              <a:off x="-145080" y="44197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4" name="Google Shape;159;p19"/>
            <p:cNvSpPr/>
            <p:nvPr/>
          </p:nvSpPr>
          <p:spPr>
            <a:xfrm flipH="1">
              <a:off x="8430120" y="46443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5" name="Google Shape;160;p19"/>
            <p:cNvSpPr/>
            <p:nvPr/>
          </p:nvSpPr>
          <p:spPr>
            <a:xfrm rot="10800000" flipH="1">
              <a:off x="-126000" y="-428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6" name="Google Shape;161;p19"/>
            <p:cNvSpPr/>
            <p:nvPr/>
          </p:nvSpPr>
          <p:spPr>
            <a:xfrm flipH="1">
              <a:off x="7769880" y="-5040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7" name="Google Shape;162;p19"/>
            <p:cNvSpPr/>
            <p:nvPr/>
          </p:nvSpPr>
          <p:spPr>
            <a:xfrm rot="10800000">
              <a:off x="8450640" y="251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78" name="Google Shape;163;p19"/>
            <p:cNvSpPr/>
            <p:nvPr/>
          </p:nvSpPr>
          <p:spPr>
            <a:xfrm rot="10800000">
              <a:off x="8450640" y="-244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720000" y="1270440"/>
            <a:ext cx="3777120" cy="17092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80" name="PlaceHolder 2"/>
          <p:cNvSpPr>
            <a:spLocks noGrp="1"/>
          </p:cNvSpPr>
          <p:nvPr>
            <p:ph type="body"/>
          </p:nvPr>
        </p:nvSpPr>
        <p:spPr>
          <a:xfrm>
            <a:off x="5122080" y="1060200"/>
            <a:ext cx="3108960" cy="310896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 fontScale="47500" lnSpcReduction="19999"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" name="Google Shape;168;p20"/>
          <p:cNvGrpSpPr/>
          <p:nvPr/>
        </p:nvGrpSpPr>
        <p:grpSpPr>
          <a:xfrm>
            <a:off x="-247320" y="-445680"/>
            <a:ext cx="9637920" cy="6029280"/>
            <a:chOff x="-247320" y="-445680"/>
            <a:chExt cx="9637920" cy="6029280"/>
          </a:xfrm>
        </p:grpSpPr>
        <p:sp>
          <p:nvSpPr>
            <p:cNvPr id="82" name="Google Shape;169;p20"/>
            <p:cNvSpPr/>
            <p:nvPr/>
          </p:nvSpPr>
          <p:spPr>
            <a:xfrm>
              <a:off x="-125640" y="44532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3" name="Google Shape;170;p20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4" name="Google Shape;171;p20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5" name="Google Shape;172;p20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6" name="Google Shape;173;p20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7" name="Google Shape;174;p20"/>
            <p:cNvSpPr/>
            <p:nvPr/>
          </p:nvSpPr>
          <p:spPr>
            <a:xfrm rot="10800000">
              <a:off x="8431200" y="-403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8" name="Google Shape;175;p20"/>
            <p:cNvSpPr/>
            <p:nvPr/>
          </p:nvSpPr>
          <p:spPr>
            <a:xfrm>
              <a:off x="-125640" y="39967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89" name="Google Shape;176;p20"/>
            <p:cNvSpPr/>
            <p:nvPr/>
          </p:nvSpPr>
          <p:spPr>
            <a:xfrm>
              <a:off x="8430840" y="468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720000" y="1637640"/>
            <a:ext cx="3597480" cy="1062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HEADER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PlaceHolder 1"/>
          <p:cNvSpPr>
            <a:spLocks noGrp="1"/>
          </p:cNvSpPr>
          <p:nvPr>
            <p:ph type="title"/>
          </p:nvPr>
        </p:nvSpPr>
        <p:spPr>
          <a:xfrm>
            <a:off x="713160" y="2384280"/>
            <a:ext cx="4344120" cy="9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5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92" name="PlaceHolder 2"/>
          <p:cNvSpPr>
            <a:spLocks noGrp="1"/>
          </p:cNvSpPr>
          <p:nvPr>
            <p:ph type="title"/>
          </p:nvPr>
        </p:nvSpPr>
        <p:spPr>
          <a:xfrm>
            <a:off x="713160" y="1468440"/>
            <a:ext cx="1263960" cy="9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60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60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4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3" name="Google Shape;180;p21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94" name="Google Shape;181;p21"/>
            <p:cNvSpPr/>
            <p:nvPr/>
          </p:nvSpPr>
          <p:spPr>
            <a:xfrm flipH="1">
              <a:off x="8430120" y="4453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5" name="Google Shape;182;p21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6" name="Google Shape;183;p21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7" name="Google Shape;184;p21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8" name="Google Shape;185;p21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99" name="Google Shape;186;p21"/>
            <p:cNvSpPr/>
            <p:nvPr/>
          </p:nvSpPr>
          <p:spPr>
            <a:xfrm rot="10800000" flipH="1">
              <a:off x="-126000" y="-403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0" name="Google Shape;187;p21"/>
            <p:cNvSpPr/>
            <p:nvPr/>
          </p:nvSpPr>
          <p:spPr>
            <a:xfrm flipH="1">
              <a:off x="8430120" y="39967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1" name="Google Shape;188;p21"/>
            <p:cNvSpPr/>
            <p:nvPr/>
          </p:nvSpPr>
          <p:spPr>
            <a:xfrm flipH="1">
              <a:off x="-126360" y="468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4837320" y="1796400"/>
            <a:ext cx="3593160" cy="644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92;p22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104" name="Google Shape;193;p22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5" name="Google Shape;194;p22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6" name="Google Shape;195;p22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7" name="Google Shape;196;p22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8" name="Google Shape;197;p22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09" name="Google Shape;198;p22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0" name="Google Shape;199;p22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1" name="Google Shape;200;p22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12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13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10216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BODY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oogle Shape;204;p23"/>
          <p:cNvGrpSpPr/>
          <p:nvPr/>
        </p:nvGrpSpPr>
        <p:grpSpPr>
          <a:xfrm>
            <a:off x="-534960" y="-37440"/>
            <a:ext cx="10207440" cy="5621040"/>
            <a:chOff x="-534960" y="-37440"/>
            <a:chExt cx="10207440" cy="5621040"/>
          </a:xfrm>
        </p:grpSpPr>
        <p:sp>
          <p:nvSpPr>
            <p:cNvPr id="115" name="Google Shape;205;p23"/>
            <p:cNvSpPr/>
            <p:nvPr/>
          </p:nvSpPr>
          <p:spPr>
            <a:xfrm>
              <a:off x="-1256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6" name="Google Shape;206;p23"/>
            <p:cNvSpPr/>
            <p:nvPr/>
          </p:nvSpPr>
          <p:spPr>
            <a:xfrm>
              <a:off x="-53496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7" name="Google Shape;207;p23"/>
            <p:cNvSpPr/>
            <p:nvPr/>
          </p:nvSpPr>
          <p:spPr>
            <a:xfrm rot="10800000">
              <a:off x="8834040" y="-374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8" name="Google Shape;208;p23"/>
            <p:cNvSpPr/>
            <p:nvPr/>
          </p:nvSpPr>
          <p:spPr>
            <a:xfrm rot="10800000">
              <a:off x="8431200" y="419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19" name="Google Shape;209;p23"/>
            <p:cNvSpPr/>
            <p:nvPr/>
          </p:nvSpPr>
          <p:spPr>
            <a:xfrm flipH="1">
              <a:off x="842328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0" name="Google Shape;210;p23"/>
            <p:cNvSpPr/>
            <p:nvPr/>
          </p:nvSpPr>
          <p:spPr>
            <a:xfrm flipH="1">
              <a:off x="883296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1" name="Google Shape;211;p23"/>
            <p:cNvSpPr/>
            <p:nvPr/>
          </p:nvSpPr>
          <p:spPr>
            <a:xfrm rot="10800000" flipH="1">
              <a:off x="-528840" y="-3744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2" name="Google Shape;212;p23"/>
            <p:cNvSpPr/>
            <p:nvPr/>
          </p:nvSpPr>
          <p:spPr>
            <a:xfrm rot="10800000" flipH="1">
              <a:off x="-126000" y="419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14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216;p24"/>
          <p:cNvGrpSpPr/>
          <p:nvPr/>
        </p:nvGrpSpPr>
        <p:grpSpPr>
          <a:xfrm>
            <a:off x="-310320" y="3500640"/>
            <a:ext cx="9764280" cy="2328120"/>
            <a:chOff x="-310320" y="3500640"/>
            <a:chExt cx="9764280" cy="2328120"/>
          </a:xfrm>
        </p:grpSpPr>
        <p:sp>
          <p:nvSpPr>
            <p:cNvPr id="126" name="Google Shape;217;p24"/>
            <p:cNvSpPr/>
            <p:nvPr/>
          </p:nvSpPr>
          <p:spPr>
            <a:xfrm rot="10800000" flipH="1">
              <a:off x="927000" y="46303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7" name="Google Shape;218;p24"/>
            <p:cNvSpPr/>
            <p:nvPr/>
          </p:nvSpPr>
          <p:spPr>
            <a:xfrm rot="10800000" flipH="1">
              <a:off x="272520" y="48610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8" name="Google Shape;219;p24"/>
            <p:cNvSpPr/>
            <p:nvPr/>
          </p:nvSpPr>
          <p:spPr>
            <a:xfrm>
              <a:off x="-310320" y="3996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29" name="Google Shape;220;p24"/>
            <p:cNvSpPr/>
            <p:nvPr/>
          </p:nvSpPr>
          <p:spPr>
            <a:xfrm>
              <a:off x="-125640" y="3500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0" name="Google Shape;221;p24"/>
            <p:cNvSpPr/>
            <p:nvPr/>
          </p:nvSpPr>
          <p:spPr>
            <a:xfrm flipH="1">
              <a:off x="8615160" y="39963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1" name="Google Shape;222;p24"/>
            <p:cNvSpPr/>
            <p:nvPr/>
          </p:nvSpPr>
          <p:spPr>
            <a:xfrm flipH="1">
              <a:off x="8423280" y="3500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2" name="Google Shape;223;p24"/>
            <p:cNvSpPr/>
            <p:nvPr/>
          </p:nvSpPr>
          <p:spPr>
            <a:xfrm rot="10800000">
              <a:off x="7378200" y="46303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3" name="Google Shape;224;p24"/>
            <p:cNvSpPr/>
            <p:nvPr/>
          </p:nvSpPr>
          <p:spPr>
            <a:xfrm rot="10800000">
              <a:off x="8032680" y="486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3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_AND_TWO_COLUMNS_1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5" name="Google Shape;231;p25"/>
          <p:cNvGrpSpPr/>
          <p:nvPr/>
        </p:nvGrpSpPr>
        <p:grpSpPr>
          <a:xfrm>
            <a:off x="-655560" y="3436920"/>
            <a:ext cx="10454760" cy="2310840"/>
            <a:chOff x="-655560" y="3436920"/>
            <a:chExt cx="10454760" cy="2310840"/>
          </a:xfrm>
        </p:grpSpPr>
        <p:sp>
          <p:nvSpPr>
            <p:cNvPr id="136" name="Google Shape;232;p25"/>
            <p:cNvSpPr/>
            <p:nvPr/>
          </p:nvSpPr>
          <p:spPr>
            <a:xfrm rot="10800000" flipH="1">
              <a:off x="-137160" y="3436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7" name="Google Shape;233;p25"/>
            <p:cNvSpPr/>
            <p:nvPr/>
          </p:nvSpPr>
          <p:spPr>
            <a:xfrm>
              <a:off x="183240" y="4541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8" name="Google Shape;234;p25"/>
            <p:cNvSpPr/>
            <p:nvPr/>
          </p:nvSpPr>
          <p:spPr>
            <a:xfrm rot="10800000" flipH="1">
              <a:off x="-655920" y="390348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39" name="Google Shape;235;p25"/>
            <p:cNvSpPr/>
            <p:nvPr/>
          </p:nvSpPr>
          <p:spPr>
            <a:xfrm rot="10800000">
              <a:off x="8442360" y="3436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0" name="Google Shape;236;p25"/>
            <p:cNvSpPr/>
            <p:nvPr/>
          </p:nvSpPr>
          <p:spPr>
            <a:xfrm flipH="1">
              <a:off x="8121240" y="4541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1" name="Google Shape;237;p25"/>
            <p:cNvSpPr/>
            <p:nvPr/>
          </p:nvSpPr>
          <p:spPr>
            <a:xfrm rot="10800000">
              <a:off x="8960760" y="39034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2" name="Google Shape;238;p25"/>
            <p:cNvSpPr/>
            <p:nvPr/>
          </p:nvSpPr>
          <p:spPr>
            <a:xfrm rot="10800000">
              <a:off x="7719120" y="4780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3" name="Google Shape;239;p25"/>
            <p:cNvSpPr/>
            <p:nvPr/>
          </p:nvSpPr>
          <p:spPr>
            <a:xfrm rot="10800000">
              <a:off x="586800" y="4780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6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5" name="Google Shape;244;p26"/>
          <p:cNvGrpSpPr/>
          <p:nvPr/>
        </p:nvGrpSpPr>
        <p:grpSpPr>
          <a:xfrm>
            <a:off x="-512280" y="-358200"/>
            <a:ext cx="10169640" cy="5930280"/>
            <a:chOff x="-512280" y="-358200"/>
            <a:chExt cx="10169640" cy="5930280"/>
          </a:xfrm>
        </p:grpSpPr>
        <p:sp>
          <p:nvSpPr>
            <p:cNvPr id="146" name="Google Shape;245;p26"/>
            <p:cNvSpPr/>
            <p:nvPr/>
          </p:nvSpPr>
          <p:spPr>
            <a:xfrm flipH="1">
              <a:off x="8430120" y="40741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7" name="Google Shape;246;p26"/>
            <p:cNvSpPr/>
            <p:nvPr/>
          </p:nvSpPr>
          <p:spPr>
            <a:xfrm rot="10800000">
              <a:off x="8818920" y="183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8" name="Google Shape;247;p26"/>
            <p:cNvSpPr/>
            <p:nvPr/>
          </p:nvSpPr>
          <p:spPr>
            <a:xfrm rot="10800000">
              <a:off x="8011800" y="4604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49" name="Google Shape;248;p26"/>
            <p:cNvSpPr/>
            <p:nvPr/>
          </p:nvSpPr>
          <p:spPr>
            <a:xfrm flipH="1">
              <a:off x="8430120" y="-358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0" name="Google Shape;249;p26"/>
            <p:cNvSpPr/>
            <p:nvPr/>
          </p:nvSpPr>
          <p:spPr>
            <a:xfrm>
              <a:off x="-124200" y="407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1" name="Google Shape;250;p26"/>
            <p:cNvSpPr/>
            <p:nvPr/>
          </p:nvSpPr>
          <p:spPr>
            <a:xfrm rot="10800000" flipH="1">
              <a:off x="-512640" y="18324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2" name="Google Shape;251;p26"/>
            <p:cNvSpPr/>
            <p:nvPr/>
          </p:nvSpPr>
          <p:spPr>
            <a:xfrm rot="10800000" flipH="1">
              <a:off x="294840" y="4604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3" name="Google Shape;252;p26"/>
            <p:cNvSpPr/>
            <p:nvPr/>
          </p:nvSpPr>
          <p:spPr>
            <a:xfrm>
              <a:off x="-124200" y="-3582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5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5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5" name="Google Shape;261;p27"/>
          <p:cNvGrpSpPr/>
          <p:nvPr/>
        </p:nvGrpSpPr>
        <p:grpSpPr>
          <a:xfrm>
            <a:off x="-519480" y="2675160"/>
            <a:ext cx="10224360" cy="2743920"/>
            <a:chOff x="-519480" y="2675160"/>
            <a:chExt cx="10224360" cy="2743920"/>
          </a:xfrm>
        </p:grpSpPr>
        <p:sp>
          <p:nvSpPr>
            <p:cNvPr id="156" name="Google Shape;262;p27"/>
            <p:cNvSpPr/>
            <p:nvPr/>
          </p:nvSpPr>
          <p:spPr>
            <a:xfrm rot="10800000" flipH="1">
              <a:off x="-119160" y="308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7" name="Google Shape;263;p27"/>
            <p:cNvSpPr/>
            <p:nvPr/>
          </p:nvSpPr>
          <p:spPr>
            <a:xfrm rot="10800000" flipH="1">
              <a:off x="-519840" y="2675160"/>
              <a:ext cx="838440" cy="967680"/>
            </a:xfrm>
            <a:custGeom>
              <a:avLst/>
              <a:gdLst>
                <a:gd name="textAreaLeft" fmla="*/ 360 w 838440"/>
                <a:gd name="textAreaRight" fmla="*/ 83916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8" name="Google Shape;264;p27"/>
            <p:cNvSpPr/>
            <p:nvPr/>
          </p:nvSpPr>
          <p:spPr>
            <a:xfrm>
              <a:off x="-519480" y="395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59" name="Google Shape;265;p27"/>
            <p:cNvSpPr/>
            <p:nvPr/>
          </p:nvSpPr>
          <p:spPr>
            <a:xfrm>
              <a:off x="21240" y="44514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0" name="Google Shape;266;p27"/>
            <p:cNvSpPr/>
            <p:nvPr/>
          </p:nvSpPr>
          <p:spPr>
            <a:xfrm rot="10800000">
              <a:off x="8465400" y="30852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1" name="Google Shape;267;p27"/>
            <p:cNvSpPr/>
            <p:nvPr/>
          </p:nvSpPr>
          <p:spPr>
            <a:xfrm rot="10800000">
              <a:off x="8866440" y="26751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2" name="Google Shape;268;p27"/>
            <p:cNvSpPr/>
            <p:nvPr/>
          </p:nvSpPr>
          <p:spPr>
            <a:xfrm flipH="1">
              <a:off x="8865360" y="395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3" name="Google Shape;269;p27"/>
            <p:cNvSpPr/>
            <p:nvPr/>
          </p:nvSpPr>
          <p:spPr>
            <a:xfrm flipH="1">
              <a:off x="8324640" y="44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6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7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" name="Google Shape;280;p28"/>
          <p:cNvGrpSpPr/>
          <p:nvPr/>
        </p:nvGrpSpPr>
        <p:grpSpPr>
          <a:xfrm>
            <a:off x="-266400" y="3341880"/>
            <a:ext cx="9676800" cy="2320920"/>
            <a:chOff x="-266400" y="3341880"/>
            <a:chExt cx="9676800" cy="2320920"/>
          </a:xfrm>
        </p:grpSpPr>
        <p:sp>
          <p:nvSpPr>
            <p:cNvPr id="166" name="Google Shape;281;p28"/>
            <p:cNvSpPr/>
            <p:nvPr/>
          </p:nvSpPr>
          <p:spPr>
            <a:xfrm flipH="1">
              <a:off x="7440840" y="46951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7" name="Google Shape;282;p28"/>
            <p:cNvSpPr/>
            <p:nvPr/>
          </p:nvSpPr>
          <p:spPr>
            <a:xfrm>
              <a:off x="863640" y="4695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8" name="Google Shape;283;p28"/>
            <p:cNvSpPr/>
            <p:nvPr/>
          </p:nvSpPr>
          <p:spPr>
            <a:xfrm rot="10800000" flipH="1">
              <a:off x="-266760" y="40291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69" name="Google Shape;284;p28"/>
            <p:cNvSpPr/>
            <p:nvPr/>
          </p:nvSpPr>
          <p:spPr>
            <a:xfrm>
              <a:off x="153000" y="45244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0" name="Google Shape;285;p28"/>
            <p:cNvSpPr/>
            <p:nvPr/>
          </p:nvSpPr>
          <p:spPr>
            <a:xfrm rot="10800000" flipH="1">
              <a:off x="-151560" y="33418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1" name="Google Shape;286;p28"/>
            <p:cNvSpPr/>
            <p:nvPr/>
          </p:nvSpPr>
          <p:spPr>
            <a:xfrm rot="10800000">
              <a:off x="8571960" y="4029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2" name="Google Shape;287;p28"/>
            <p:cNvSpPr/>
            <p:nvPr/>
          </p:nvSpPr>
          <p:spPr>
            <a:xfrm flipH="1">
              <a:off x="8151840" y="45244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73" name="Google Shape;288;p28"/>
            <p:cNvSpPr/>
            <p:nvPr/>
          </p:nvSpPr>
          <p:spPr>
            <a:xfrm rot="10800000">
              <a:off x="8456760" y="33418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74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8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4352040" y="638280"/>
            <a:ext cx="407844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 type="title"/>
          </p:nvPr>
        </p:nvSpPr>
        <p:spPr>
          <a:xfrm>
            <a:off x="4352040" y="1990440"/>
            <a:ext cx="407844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177" name="PlaceHolder 3"/>
          <p:cNvSpPr>
            <a:spLocks noGrp="1"/>
          </p:cNvSpPr>
          <p:nvPr>
            <p:ph type="title"/>
          </p:nvPr>
        </p:nvSpPr>
        <p:spPr>
          <a:xfrm>
            <a:off x="4352040" y="3342960"/>
            <a:ext cx="4078440" cy="7686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</a:pPr>
            <a:r>
              <a:rPr lang="fr-FR" sz="45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xx%</a:t>
            </a:r>
            <a:endParaRPr lang="fr-FR" sz="4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3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PlaceHolder 1"/>
          <p:cNvSpPr>
            <a:spLocks noGrp="1"/>
          </p:cNvSpPr>
          <p:nvPr>
            <p:ph type="title"/>
          </p:nvPr>
        </p:nvSpPr>
        <p:spPr>
          <a:xfrm>
            <a:off x="713160" y="677520"/>
            <a:ext cx="5094360" cy="1058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79" name="Google Shape;312;p30"/>
          <p:cNvSpPr/>
          <p:nvPr/>
        </p:nvSpPr>
        <p:spPr>
          <a:xfrm>
            <a:off x="713160" y="3611880"/>
            <a:ext cx="5094360" cy="555840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tIns="91440" bIns="91440" anchor="t">
            <a:noAutofit/>
          </a:bodyPr>
          <a:lstStyle/>
          <a:p>
            <a:pPr defTabSz="914400">
              <a:lnSpc>
                <a:spcPct val="100000"/>
              </a:lnSpc>
              <a:spcBef>
                <a:spcPts val="300"/>
              </a:spcBef>
              <a:tabLst>
                <a:tab pos="0" algn="l"/>
              </a:tabLst>
            </a:pPr>
            <a:r>
              <a:rPr lang="en" sz="1200" b="1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CREDITS: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This presentation template was created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2"/>
              </a:rPr>
              <a:t>Slidesgo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includes icons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3"/>
              </a:rPr>
              <a:t>Flaticon</a:t>
            </a:r>
            <a:r>
              <a:rPr lang="en" sz="1200" b="0" u="none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, and infographics &amp; images by </a:t>
            </a:r>
            <a:r>
              <a:rPr lang="en" sz="1200" b="1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  <a:hlinkClick r:id="rId4"/>
              </a:rPr>
              <a:t>Freepik</a:t>
            </a:r>
            <a:r>
              <a:rPr lang="en" sz="1200" b="0" u="sng" strike="noStrike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</a:t>
            </a:r>
            <a:endParaRPr lang="en-US" sz="12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_AND_BOD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0" name="Google Shape;16;p4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181" name="Google Shape;17;p4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2" name="Google Shape;18;p4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3" name="Google Shape;19;p4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4" name="Google Shape;20;p4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5" name="Google Shape;21;p4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6" name="Google Shape;22;p4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7" name="Google Shape;23;p4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88" name="Google Shape;24;p4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18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190" name="PlaceHolder 2"/>
          <p:cNvSpPr>
            <a:spLocks noGrp="1"/>
          </p:cNvSpPr>
          <p:nvPr>
            <p:ph type="body"/>
          </p:nvPr>
        </p:nvSpPr>
        <p:spPr>
          <a:xfrm>
            <a:off x="720000" y="1215720"/>
            <a:ext cx="7703640" cy="3974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1" name="Google Shape;314;p31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192" name="Google Shape;315;p31"/>
            <p:cNvSpPr/>
            <p:nvPr/>
          </p:nvSpPr>
          <p:spPr>
            <a:xfrm>
              <a:off x="-1256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3" name="Google Shape;316;p31"/>
            <p:cNvSpPr/>
            <p:nvPr/>
          </p:nvSpPr>
          <p:spPr>
            <a:xfrm>
              <a:off x="-12564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4" name="Google Shape;317;p31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5" name="Google Shape;318;p31"/>
            <p:cNvSpPr/>
            <p:nvPr/>
          </p:nvSpPr>
          <p:spPr>
            <a:xfrm rot="10800000" flipH="1">
              <a:off x="34668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6" name="Google Shape;319;p31"/>
            <p:cNvSpPr/>
            <p:nvPr/>
          </p:nvSpPr>
          <p:spPr>
            <a:xfrm rot="10800000">
              <a:off x="7958520" y="-428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7" name="Google Shape;320;p31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8" name="Google Shape;321;p31"/>
            <p:cNvSpPr/>
            <p:nvPr/>
          </p:nvSpPr>
          <p:spPr>
            <a:xfrm>
              <a:off x="843084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199" name="Google Shape;322;p31"/>
            <p:cNvSpPr/>
            <p:nvPr/>
          </p:nvSpPr>
          <p:spPr>
            <a:xfrm>
              <a:off x="843084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USTOM_9_1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0" name="Google Shape;324;p32"/>
          <p:cNvGrpSpPr/>
          <p:nvPr/>
        </p:nvGrpSpPr>
        <p:grpSpPr>
          <a:xfrm>
            <a:off x="-476640" y="2900520"/>
            <a:ext cx="10096920" cy="2864880"/>
            <a:chOff x="-476640" y="2900520"/>
            <a:chExt cx="10096920" cy="2864880"/>
          </a:xfrm>
        </p:grpSpPr>
        <p:grpSp>
          <p:nvGrpSpPr>
            <p:cNvPr id="201" name="Google Shape;325;p32"/>
            <p:cNvGrpSpPr/>
            <p:nvPr/>
          </p:nvGrpSpPr>
          <p:grpSpPr>
            <a:xfrm>
              <a:off x="-476640" y="2900520"/>
              <a:ext cx="10096920" cy="2864880"/>
              <a:chOff x="-476640" y="2900520"/>
              <a:chExt cx="10096920" cy="2864880"/>
            </a:xfrm>
          </p:grpSpPr>
          <p:sp>
            <p:nvSpPr>
              <p:cNvPr id="202" name="Google Shape;326;p32"/>
              <p:cNvSpPr/>
              <p:nvPr/>
            </p:nvSpPr>
            <p:spPr>
              <a:xfrm rot="10800000" flipH="1">
                <a:off x="-267120" y="290052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3" name="Google Shape;327;p32"/>
              <p:cNvSpPr/>
              <p:nvPr/>
            </p:nvSpPr>
            <p:spPr>
              <a:xfrm>
                <a:off x="-90720" y="44251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dk2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4" name="Google Shape;328;p32"/>
              <p:cNvSpPr/>
              <p:nvPr/>
            </p:nvSpPr>
            <p:spPr>
              <a:xfrm>
                <a:off x="-476640" y="352296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AFC7FF">
                  <a:alpha val="25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5" name="Google Shape;329;p32"/>
              <p:cNvSpPr/>
              <p:nvPr/>
            </p:nvSpPr>
            <p:spPr>
              <a:xfrm rot="10800000">
                <a:off x="8572320" y="29005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lt2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6" name="Google Shape;330;p32"/>
              <p:cNvSpPr/>
              <p:nvPr/>
            </p:nvSpPr>
            <p:spPr>
              <a:xfrm flipH="1">
                <a:off x="8395200" y="442512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chemeClr val="accent1"/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7" name="Google Shape;331;p32"/>
              <p:cNvSpPr/>
              <p:nvPr/>
            </p:nvSpPr>
            <p:spPr>
              <a:xfrm flipH="1">
                <a:off x="8781480" y="3522960"/>
                <a:ext cx="838440" cy="967680"/>
              </a:xfrm>
              <a:custGeom>
                <a:avLst/>
                <a:gdLst>
                  <a:gd name="textAreaLeft" fmla="*/ -360 w 838440"/>
                  <a:gd name="textAreaRight" fmla="*/ 83844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9FCBFD">
                  <a:alpha val="41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  <p:sp>
            <p:nvSpPr>
              <p:cNvPr id="208" name="Google Shape;332;p32"/>
              <p:cNvSpPr/>
              <p:nvPr/>
            </p:nvSpPr>
            <p:spPr>
              <a:xfrm rot="10800000">
                <a:off x="8010360" y="4797720"/>
                <a:ext cx="838440" cy="967680"/>
              </a:xfrm>
              <a:custGeom>
                <a:avLst/>
                <a:gdLst>
                  <a:gd name="textAreaLeft" fmla="*/ 0 w 838440"/>
                  <a:gd name="textAreaRight" fmla="*/ 838800 w 838440"/>
                  <a:gd name="textAreaTop" fmla="*/ 0 h 967680"/>
                  <a:gd name="textAreaBottom" fmla="*/ 968040 h 967680"/>
                </a:gdLst>
                <a:ahLst/>
                <a:cxnLst/>
                <a:rect l="textAreaLeft" t="textAreaTop" r="textAreaRight" b="textAreaBottom"/>
                <a:pathLst>
                  <a:path w="181539" h="209550">
                    <a:moveTo>
                      <a:pt x="90694" y="0"/>
                    </a:moveTo>
                    <a:lnTo>
                      <a:pt x="0" y="52388"/>
                    </a:lnTo>
                    <a:lnTo>
                      <a:pt x="0" y="157163"/>
                    </a:lnTo>
                    <a:lnTo>
                      <a:pt x="90694" y="209550"/>
                    </a:lnTo>
                    <a:lnTo>
                      <a:pt x="181539" y="157163"/>
                    </a:lnTo>
                    <a:lnTo>
                      <a:pt x="181539" y="52388"/>
                    </a:lnTo>
                    <a:lnTo>
                      <a:pt x="90694" y="0"/>
                    </a:lnTo>
                    <a:close/>
                  </a:path>
                </a:pathLst>
              </a:custGeom>
              <a:solidFill>
                <a:srgbClr val="68DAF8">
                  <a:alpha val="34000"/>
                </a:srgbClr>
              </a:solidFill>
              <a:ln w="19050">
                <a:solidFill>
                  <a:srgbClr val="FFFFFF"/>
                </a:solidFill>
                <a:round/>
              </a:ln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/>
            </p:style>
            <p:txBody>
              <a:bodyPr tIns="91440" bIns="91440" anchor="ctr">
                <a:noAutofit/>
              </a:bodyPr>
              <a:lstStyle/>
              <a:p>
                <a:pPr defTabSz="914400">
                  <a:lnSpc>
                    <a:spcPct val="100000"/>
                  </a:lnSpc>
                  <a:tabLst>
                    <a:tab pos="0" algn="l"/>
                  </a:tabLst>
                </a:pPr>
                <a:endParaRPr lang="en-US" sz="1800" b="0" u="none" strike="noStrike">
                  <a:solidFill>
                    <a:srgbClr val="000000"/>
                  </a:solidFill>
                  <a:effectLst/>
                  <a:uFillTx/>
                  <a:latin typeface="OpenSymbol"/>
                </a:endParaRPr>
              </a:p>
            </p:txBody>
          </p:sp>
        </p:grpSp>
        <p:sp>
          <p:nvSpPr>
            <p:cNvPr id="209" name="Google Shape;333;p32"/>
            <p:cNvSpPr/>
            <p:nvPr/>
          </p:nvSpPr>
          <p:spPr>
            <a:xfrm rot="10800000" flipH="1">
              <a:off x="293400" y="47977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_AND_TWO_COLUMNS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0" name="Google Shape;28;p5"/>
          <p:cNvGrpSpPr/>
          <p:nvPr/>
        </p:nvGrpSpPr>
        <p:grpSpPr>
          <a:xfrm>
            <a:off x="-247320" y="-445680"/>
            <a:ext cx="9638640" cy="6029280"/>
            <a:chOff x="-247320" y="-445680"/>
            <a:chExt cx="9638640" cy="6029280"/>
          </a:xfrm>
        </p:grpSpPr>
        <p:sp>
          <p:nvSpPr>
            <p:cNvPr id="211" name="Google Shape;29;p5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2" name="Google Shape;30;p5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3" name="Google Shape;31;p5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4" name="Google Shape;32;p5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5" name="Google Shape;33;p5"/>
            <p:cNvSpPr/>
            <p:nvPr/>
          </p:nvSpPr>
          <p:spPr>
            <a:xfrm rot="10800000" flipH="1">
              <a:off x="-247680" y="50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6" name="Google Shape;34;p5"/>
            <p:cNvSpPr/>
            <p:nvPr/>
          </p:nvSpPr>
          <p:spPr>
            <a:xfrm rot="10800000" flipH="1">
              <a:off x="293040" y="-445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7" name="Google Shape;35;p5"/>
            <p:cNvSpPr/>
            <p:nvPr/>
          </p:nvSpPr>
          <p:spPr>
            <a:xfrm rot="10800000">
              <a:off x="8552880" y="50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18" name="Google Shape;36;p5"/>
            <p:cNvSpPr/>
            <p:nvPr/>
          </p:nvSpPr>
          <p:spPr>
            <a:xfrm rot="10800000">
              <a:off x="8012160" y="-4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1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0" name="Google Shape;43;p6"/>
          <p:cNvGrpSpPr/>
          <p:nvPr/>
        </p:nvGrpSpPr>
        <p:grpSpPr>
          <a:xfrm>
            <a:off x="-247320" y="-283680"/>
            <a:ext cx="9637920" cy="5867280"/>
            <a:chOff x="-247320" y="-283680"/>
            <a:chExt cx="9637920" cy="5867280"/>
          </a:xfrm>
        </p:grpSpPr>
        <p:sp>
          <p:nvSpPr>
            <p:cNvPr id="221" name="Google Shape;44;p6"/>
            <p:cNvSpPr/>
            <p:nvPr/>
          </p:nvSpPr>
          <p:spPr>
            <a:xfrm>
              <a:off x="-247320" y="41198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2" name="Google Shape;45;p6"/>
            <p:cNvSpPr/>
            <p:nvPr/>
          </p:nvSpPr>
          <p:spPr>
            <a:xfrm>
              <a:off x="293400" y="46159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3" name="Google Shape;46;p6"/>
            <p:cNvSpPr/>
            <p:nvPr/>
          </p:nvSpPr>
          <p:spPr>
            <a:xfrm flipH="1">
              <a:off x="8551800" y="4119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4" name="Google Shape;47;p6"/>
            <p:cNvSpPr/>
            <p:nvPr/>
          </p:nvSpPr>
          <p:spPr>
            <a:xfrm flipH="1">
              <a:off x="8011080" y="4615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5" name="Google Shape;48;p6"/>
            <p:cNvSpPr/>
            <p:nvPr/>
          </p:nvSpPr>
          <p:spPr>
            <a:xfrm rot="10800000" flipH="1">
              <a:off x="-126000" y="123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6" name="Google Shape;49;p6"/>
            <p:cNvSpPr/>
            <p:nvPr/>
          </p:nvSpPr>
          <p:spPr>
            <a:xfrm rot="10800000" flipH="1">
              <a:off x="-126000" y="-283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7" name="Google Shape;50;p6"/>
            <p:cNvSpPr/>
            <p:nvPr/>
          </p:nvSpPr>
          <p:spPr>
            <a:xfrm rot="10800000" flipH="1">
              <a:off x="8423640" y="123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28" name="Google Shape;51;p6"/>
            <p:cNvSpPr/>
            <p:nvPr/>
          </p:nvSpPr>
          <p:spPr>
            <a:xfrm rot="10800000" flipH="1">
              <a:off x="8423640" y="-2836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29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770364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ONE_COLUMN_TEX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PlaceHolder 1"/>
          <p:cNvSpPr>
            <a:spLocks noGrp="1"/>
          </p:cNvSpPr>
          <p:nvPr>
            <p:ph type="title"/>
          </p:nvPr>
        </p:nvSpPr>
        <p:spPr>
          <a:xfrm>
            <a:off x="720000" y="444960"/>
            <a:ext cx="5549400" cy="5724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MAIN_POINT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PlaceHolder 1"/>
          <p:cNvSpPr>
            <a:spLocks noGrp="1"/>
          </p:cNvSpPr>
          <p:nvPr>
            <p:ph type="title"/>
          </p:nvPr>
        </p:nvSpPr>
        <p:spPr>
          <a:xfrm>
            <a:off x="4292280" y="1663920"/>
            <a:ext cx="4138200" cy="18154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ctr">
            <a:noAutofit/>
          </a:bodyPr>
          <a:lstStyle/>
          <a:p>
            <a:pPr indent="0">
              <a:buNone/>
            </a:pPr>
            <a:r>
              <a:rPr lang="fr-FR" sz="6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ECTION_TITLE_AND_DESCRIPTION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PlaceHolder 1"/>
          <p:cNvSpPr>
            <a:spLocks noGrp="1"/>
          </p:cNvSpPr>
          <p:nvPr>
            <p:ph type="title"/>
          </p:nvPr>
        </p:nvSpPr>
        <p:spPr>
          <a:xfrm>
            <a:off x="3862800" y="1655640"/>
            <a:ext cx="4567320" cy="116100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buNone/>
            </a:pPr>
            <a:r>
              <a:rPr lang="fr-FR" sz="65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  <p:sp>
        <p:nvSpPr>
          <p:cNvPr id="233" name="PlaceHolder 2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tIns="0" rIns="0" bIns="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CAPTION_ONLY">
    <p:bg>
      <p:bgPr>
        <a:solidFill>
          <a:schemeClr val="l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PlaceHolder 1"/>
          <p:cNvSpPr>
            <a:spLocks noGrp="1"/>
          </p:cNvSpPr>
          <p:nvPr>
            <p:ph type="body"/>
          </p:nvPr>
        </p:nvSpPr>
        <p:spPr>
          <a:xfrm>
            <a:off x="0" y="-13680"/>
            <a:ext cx="9143640" cy="5157000"/>
          </a:xfrm>
          <a:prstGeom prst="rect">
            <a:avLst/>
          </a:prstGeom>
          <a:noFill/>
          <a:ln w="0">
            <a:noFill/>
          </a:ln>
        </p:spPr>
        <p:txBody>
          <a:bodyPr lIns="90000" tIns="45000" rIns="90000" bIns="45000" anchor="t">
            <a:normAutofit/>
          </a:bodyPr>
          <a:lstStyle/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Click to edit the outline text format</a:t>
            </a: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 Outline Level</a:t>
            </a: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Third Outline Level</a:t>
            </a: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Fourth Outline Level</a:t>
            </a: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Fifth Outline Level</a:t>
            </a: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Sixth Outline Level</a:t>
            </a: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fr-FR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Seventh Outline Level</a:t>
            </a:r>
          </a:p>
        </p:txBody>
      </p:sp>
      <p:sp>
        <p:nvSpPr>
          <p:cNvPr id="235" name="PlaceHolder 2"/>
          <p:cNvSpPr>
            <a:spLocks noGrp="1"/>
          </p:cNvSpPr>
          <p:nvPr>
            <p:ph type="title"/>
          </p:nvPr>
        </p:nvSpPr>
        <p:spPr>
          <a:xfrm>
            <a:off x="720000" y="3942720"/>
            <a:ext cx="7703640" cy="644040"/>
          </a:xfrm>
          <a:prstGeom prst="rect">
            <a:avLst/>
          </a:prstGeom>
          <a:solidFill>
            <a:schemeClr val="lt1"/>
          </a:solidFill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30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simple-light-2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Default">
    <p:bg>
      <p:bgPr>
        <a:solidFill>
          <a:srgbClr val="0E2A4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PlaceHolder 1"/>
          <p:cNvSpPr>
            <a:spLocks noGrp="1"/>
          </p:cNvSpPr>
          <p:nvPr>
            <p:ph type="title"/>
          </p:nvPr>
        </p:nvSpPr>
        <p:spPr>
          <a:xfrm>
            <a:off x="716760" y="511200"/>
            <a:ext cx="7710120" cy="482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indent="0">
              <a:buNone/>
            </a:pPr>
            <a:r>
              <a:rPr lang="fr-FR" sz="2400" b="0" u="none" strike="noStrike">
                <a:solidFill>
                  <a:schemeClr val="dk1"/>
                </a:solidFill>
                <a:effectLst/>
                <a:uFillTx/>
                <a:latin typeface="Arial"/>
              </a:rPr>
              <a:t>Click to edit the title text format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theme" Target="../theme/theme2.xml"/><Relationship Id="rId2" Type="http://schemas.openxmlformats.org/officeDocument/2006/relationships/slideLayout" Target="../slideLayouts/slideLayout33.xml"/><Relationship Id="rId1" Type="http://schemas.openxmlformats.org/officeDocument/2006/relationships/slideLayout" Target="../slideLayouts/slideLayout3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  <p:sldLayoutId id="2147483666" r:id="rId18"/>
    <p:sldLayoutId id="2147483667" r:id="rId19"/>
    <p:sldLayoutId id="2147483668" r:id="rId20"/>
    <p:sldLayoutId id="2147483669" r:id="rId21"/>
    <p:sldLayoutId id="2147483670" r:id="rId22"/>
    <p:sldLayoutId id="2147483671" r:id="rId23"/>
    <p:sldLayoutId id="2147483672" r:id="rId24"/>
    <p:sldLayoutId id="2147483673" r:id="rId25"/>
    <p:sldLayoutId id="2147483674" r:id="rId26"/>
    <p:sldLayoutId id="2147483675" r:id="rId27"/>
    <p:sldLayoutId id="2147483676" r:id="rId28"/>
    <p:sldLayoutId id="2147483677" r:id="rId29"/>
    <p:sldLayoutId id="2147483678" r:id="rId30"/>
    <p:sldLayoutId id="2147483679" r:id="rId3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81" r:id="rId1"/>
    <p:sldLayoutId id="2147483682" r:id="rId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0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0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0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PlaceHolder 1"/>
          <p:cNvSpPr>
            <a:spLocks noGrp="1"/>
          </p:cNvSpPr>
          <p:nvPr>
            <p:ph type="title"/>
          </p:nvPr>
        </p:nvSpPr>
        <p:spPr>
          <a:xfrm>
            <a:off x="549000" y="291599"/>
            <a:ext cx="5149800" cy="238104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600" b="1" dirty="0">
                <a:solidFill>
                  <a:schemeClr val="dk1"/>
                </a:solidFill>
                <a:latin typeface="Outfit"/>
                <a:ea typeface="Outfit"/>
              </a:rPr>
              <a:t>Face Emotion Detection and M</a:t>
            </a:r>
            <a:r>
              <a:rPr lang="en-US" sz="3600" b="1" u="none" strike="noStrike" dirty="0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usic</a:t>
            </a:r>
            <a:r>
              <a:rPr lang="en-US" sz="1800" b="1" dirty="0">
                <a:solidFill>
                  <a:schemeClr val="dk1"/>
                </a:solidFill>
                <a:latin typeface="Outfit"/>
                <a:ea typeface="Outfit"/>
              </a:rPr>
              <a:t> </a:t>
            </a:r>
            <a:r>
              <a:rPr lang="en-US" sz="3600" b="1" dirty="0">
                <a:solidFill>
                  <a:schemeClr val="dk1"/>
                </a:solidFill>
                <a:latin typeface="Outfit"/>
                <a:ea typeface="Outfit"/>
              </a:rPr>
              <a:t>Recommendation</a:t>
            </a:r>
            <a:endParaRPr lang="fr-FR" sz="36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grpSp>
        <p:nvGrpSpPr>
          <p:cNvPr id="240" name="Google Shape;347;p36"/>
          <p:cNvGrpSpPr/>
          <p:nvPr/>
        </p:nvGrpSpPr>
        <p:grpSpPr>
          <a:xfrm>
            <a:off x="5115240" y="-428760"/>
            <a:ext cx="4275000" cy="6450480"/>
            <a:chOff x="5115240" y="-428760"/>
            <a:chExt cx="4275000" cy="6450480"/>
          </a:xfrm>
        </p:grpSpPr>
        <p:sp>
          <p:nvSpPr>
            <p:cNvPr id="241" name="Google Shape;348;p36"/>
            <p:cNvSpPr/>
            <p:nvPr/>
          </p:nvSpPr>
          <p:spPr>
            <a:xfrm rot="10800000" flipH="1">
              <a:off x="8492040" y="-192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2" name="Google Shape;349;p36"/>
            <p:cNvSpPr/>
            <p:nvPr/>
          </p:nvSpPr>
          <p:spPr>
            <a:xfrm>
              <a:off x="8551800" y="32677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3" name="Google Shape;350;p36"/>
            <p:cNvSpPr/>
            <p:nvPr/>
          </p:nvSpPr>
          <p:spPr>
            <a:xfrm>
              <a:off x="6606720" y="2547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4" name="Google Shape;351;p36"/>
            <p:cNvSpPr/>
            <p:nvPr/>
          </p:nvSpPr>
          <p:spPr>
            <a:xfrm>
              <a:off x="7103520" y="-1533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5" name="Google Shape;352;p36"/>
            <p:cNvSpPr/>
            <p:nvPr/>
          </p:nvSpPr>
          <p:spPr>
            <a:xfrm>
              <a:off x="6684120" y="31860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6" name="Google Shape;353;p36"/>
            <p:cNvSpPr/>
            <p:nvPr/>
          </p:nvSpPr>
          <p:spPr>
            <a:xfrm>
              <a:off x="6109920" y="119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7" name="Google Shape;354;p36"/>
            <p:cNvSpPr/>
            <p:nvPr/>
          </p:nvSpPr>
          <p:spPr>
            <a:xfrm>
              <a:off x="6109920" y="697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8" name="Google Shape;355;p36"/>
            <p:cNvSpPr/>
            <p:nvPr/>
          </p:nvSpPr>
          <p:spPr>
            <a:xfrm>
              <a:off x="7587360" y="119412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49" name="Google Shape;356;p36"/>
            <p:cNvSpPr/>
            <p:nvPr/>
          </p:nvSpPr>
          <p:spPr>
            <a:xfrm>
              <a:off x="5634000" y="-428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0" name="Google Shape;357;p36"/>
            <p:cNvSpPr/>
            <p:nvPr/>
          </p:nvSpPr>
          <p:spPr>
            <a:xfrm>
              <a:off x="7017840" y="20750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1" name="Google Shape;358;p36"/>
            <p:cNvSpPr/>
            <p:nvPr/>
          </p:nvSpPr>
          <p:spPr>
            <a:xfrm>
              <a:off x="5193720" y="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2" name="Google Shape;359;p36"/>
            <p:cNvSpPr/>
            <p:nvPr/>
          </p:nvSpPr>
          <p:spPr>
            <a:xfrm>
              <a:off x="8069040" y="16221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3" name="Google Shape;360;p36"/>
            <p:cNvSpPr/>
            <p:nvPr/>
          </p:nvSpPr>
          <p:spPr>
            <a:xfrm rot="10800000" flipH="1">
              <a:off x="5114880" y="36565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4" name="Google Shape;361;p36"/>
            <p:cNvSpPr/>
            <p:nvPr/>
          </p:nvSpPr>
          <p:spPr>
            <a:xfrm rot="10800000" flipH="1">
              <a:off x="6606360" y="392508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5" name="Google Shape;362;p36"/>
            <p:cNvSpPr/>
            <p:nvPr/>
          </p:nvSpPr>
          <p:spPr>
            <a:xfrm rot="10800000" flipH="1">
              <a:off x="5983560" y="50540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6" name="Google Shape;363;p36"/>
            <p:cNvSpPr/>
            <p:nvPr/>
          </p:nvSpPr>
          <p:spPr>
            <a:xfrm rot="10800000" flipH="1">
              <a:off x="7178400" y="3533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7" name="Google Shape;364;p36"/>
            <p:cNvSpPr/>
            <p:nvPr/>
          </p:nvSpPr>
          <p:spPr>
            <a:xfrm rot="10800000" flipH="1">
              <a:off x="6606360" y="46098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8" name="Google Shape;365;p36"/>
            <p:cNvSpPr/>
            <p:nvPr/>
          </p:nvSpPr>
          <p:spPr>
            <a:xfrm rot="10800000" flipH="1">
              <a:off x="5526000" y="41288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59" name="Google Shape;366;p36"/>
            <p:cNvSpPr/>
            <p:nvPr/>
          </p:nvSpPr>
          <p:spPr>
            <a:xfrm>
              <a:off x="8117280" y="28522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0" name="Google Shape;367;p36"/>
            <p:cNvSpPr/>
            <p:nvPr/>
          </p:nvSpPr>
          <p:spPr>
            <a:xfrm>
              <a:off x="8172720" y="3034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04020F9B-4427-7789-E747-87677561AFC2}"/>
              </a:ext>
            </a:extLst>
          </p:cNvPr>
          <p:cNvSpPr txBox="1"/>
          <p:nvPr/>
        </p:nvSpPr>
        <p:spPr>
          <a:xfrm>
            <a:off x="549000" y="2960293"/>
            <a:ext cx="543455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latin typeface="Outfit"/>
              </a:rPr>
              <a:t>Technology: AI + Computer Vision + Web App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4B1860-EAE0-E831-9131-28FE28224892}"/>
              </a:ext>
            </a:extLst>
          </p:cNvPr>
          <p:cNvSpPr txBox="1"/>
          <p:nvPr/>
        </p:nvSpPr>
        <p:spPr>
          <a:xfrm>
            <a:off x="689047" y="3974951"/>
            <a:ext cx="2160240" cy="307777"/>
          </a:xfrm>
          <a:prstGeom prst="rect">
            <a:avLst/>
          </a:prstGeom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Outfit" charset="0"/>
              </a:rPr>
              <a:t>Jivani Sujal</a:t>
            </a:r>
            <a:endParaRPr lang="en-IN" sz="1400" dirty="0">
              <a:solidFill>
                <a:schemeClr val="bg2">
                  <a:lumMod val="25000"/>
                </a:schemeClr>
              </a:solidFill>
              <a:latin typeface="Outfit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F29EF1B-E5ED-1C2B-5E19-7A7B14931546}"/>
              </a:ext>
            </a:extLst>
          </p:cNvPr>
          <p:cNvSpPr txBox="1"/>
          <p:nvPr/>
        </p:nvSpPr>
        <p:spPr>
          <a:xfrm>
            <a:off x="689047" y="4295920"/>
            <a:ext cx="2160240" cy="307777"/>
          </a:xfrm>
          <a:prstGeom prst="rect">
            <a:avLst/>
          </a:prstGeom>
          <a:ln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1400" dirty="0" err="1">
                <a:solidFill>
                  <a:schemeClr val="bg2">
                    <a:lumMod val="25000"/>
                  </a:schemeClr>
                </a:solidFill>
                <a:latin typeface="Outfit" charset="0"/>
              </a:rPr>
              <a:t>Rakholiya</a:t>
            </a:r>
            <a:r>
              <a:rPr lang="en-US" sz="1400" dirty="0">
                <a:solidFill>
                  <a:schemeClr val="bg2">
                    <a:lumMod val="25000"/>
                  </a:schemeClr>
                </a:solidFill>
                <a:latin typeface="Outfit" charset="0"/>
              </a:rPr>
              <a:t> Kripa</a:t>
            </a:r>
            <a:endParaRPr lang="en-IN" sz="1400" dirty="0">
              <a:solidFill>
                <a:schemeClr val="bg2">
                  <a:lumMod val="25000"/>
                </a:schemeClr>
              </a:solidFill>
              <a:latin typeface="Outfit" charset="0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664;p50"/>
          <p:cNvSpPr/>
          <p:nvPr/>
        </p:nvSpPr>
        <p:spPr>
          <a:xfrm>
            <a:off x="5122080" y="1060200"/>
            <a:ext cx="3108960" cy="31089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262" name="PlaceHolder 1"/>
          <p:cNvSpPr>
            <a:spLocks noGrp="1"/>
          </p:cNvSpPr>
          <p:nvPr>
            <p:ph type="title"/>
          </p:nvPr>
        </p:nvSpPr>
        <p:spPr>
          <a:xfrm>
            <a:off x="671921" y="207900"/>
            <a:ext cx="3781080" cy="99643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Introduction</a:t>
            </a:r>
            <a:endParaRPr lang="fr-FR" sz="3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3" name="PlaceHolder 2"/>
          <p:cNvSpPr>
            <a:spLocks noGrp="1"/>
          </p:cNvSpPr>
          <p:nvPr>
            <p:ph type="subTitle"/>
          </p:nvPr>
        </p:nvSpPr>
        <p:spPr>
          <a:xfrm>
            <a:off x="671921" y="1303408"/>
            <a:ext cx="3781080" cy="8949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This project integrates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facial emotion recognition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with personalized music recommendations.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By analyzing live video feed from a webcam, it detects seven distinct emotions using a CNN model trained on the FER 2013 dataset.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/>
              <a:t>Once the emotion is identified, the system </a:t>
            </a:r>
            <a:r>
              <a:rPr lang="en-US" sz="1200" b="1" dirty="0"/>
              <a:t>automatically selects and plays appropriate songs from locally stored music folders</a:t>
            </a:r>
            <a:r>
              <a:rPr lang="en-US" sz="1200" dirty="0"/>
              <a:t>, providing a </a:t>
            </a:r>
            <a:r>
              <a:rPr lang="en-US" sz="1200" b="1" dirty="0"/>
              <a:t>personalized and context-aware music experience</a:t>
            </a:r>
            <a:r>
              <a:rPr lang="en-US" sz="1200" dirty="0"/>
              <a:t> through a web-based interface. 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title"/>
          </p:nvPr>
        </p:nvSpPr>
        <p:spPr>
          <a:xfrm>
            <a:off x="3867120" y="1657440"/>
            <a:ext cx="457164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6500" b="1" u="none" strike="noStrike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Project Overview</a:t>
            </a:r>
            <a:endParaRPr lang="fr-FR" sz="6500" b="0" u="none" strike="noStrike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65" name="PlaceHolder 2"/>
          <p:cNvSpPr>
            <a:spLocks noGrp="1"/>
          </p:cNvSpPr>
          <p:nvPr>
            <p:ph type="subTitle"/>
          </p:nvPr>
        </p:nvSpPr>
        <p:spPr>
          <a:xfrm>
            <a:off x="3867120" y="2819520"/>
            <a:ext cx="4571640" cy="66708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spAutoFit/>
          </a:bodyPr>
          <a:lstStyle/>
          <a:p>
            <a:pPr indent="0" algn="ctr">
              <a:buNone/>
            </a:pPr>
            <a:endParaRPr lang="en-US" sz="1600" b="0" u="none" strike="noStrike" dirty="0">
              <a:solidFill>
                <a:schemeClr val="dk1"/>
              </a:solidFill>
              <a:effectLst/>
              <a:uFillTx/>
              <a:latin typeface="DM Sans"/>
              <a:ea typeface="DM Sans"/>
            </a:endParaRPr>
          </a:p>
        </p:txBody>
      </p:sp>
      <p:grpSp>
        <p:nvGrpSpPr>
          <p:cNvPr id="266" name="Google Shape;406;p39"/>
          <p:cNvGrpSpPr/>
          <p:nvPr/>
        </p:nvGrpSpPr>
        <p:grpSpPr>
          <a:xfrm>
            <a:off x="-541800" y="-622440"/>
            <a:ext cx="4135320" cy="6091200"/>
            <a:chOff x="-541800" y="-622440"/>
            <a:chExt cx="4135320" cy="6091200"/>
          </a:xfrm>
        </p:grpSpPr>
        <p:sp>
          <p:nvSpPr>
            <p:cNvPr id="267" name="Google Shape;407;p39"/>
            <p:cNvSpPr/>
            <p:nvPr/>
          </p:nvSpPr>
          <p:spPr>
            <a:xfrm rot="10800000">
              <a:off x="84600" y="4042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8" name="Google Shape;408;p39"/>
            <p:cNvSpPr/>
            <p:nvPr/>
          </p:nvSpPr>
          <p:spPr>
            <a:xfrm rot="10800000">
              <a:off x="993960" y="4575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69" name="Google Shape;409;p39"/>
            <p:cNvSpPr/>
            <p:nvPr/>
          </p:nvSpPr>
          <p:spPr>
            <a:xfrm rot="10800000">
              <a:off x="204084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0" name="Google Shape;410;p39"/>
            <p:cNvSpPr/>
            <p:nvPr/>
          </p:nvSpPr>
          <p:spPr>
            <a:xfrm rot="10800000">
              <a:off x="-54180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1" name="Google Shape;411;p39"/>
            <p:cNvSpPr/>
            <p:nvPr/>
          </p:nvSpPr>
          <p:spPr>
            <a:xfrm flipH="1">
              <a:off x="992880" y="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2" name="Google Shape;412;p39"/>
            <p:cNvSpPr/>
            <p:nvPr/>
          </p:nvSpPr>
          <p:spPr>
            <a:xfrm flipH="1">
              <a:off x="712440" y="227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3" name="Google Shape;413;p39"/>
            <p:cNvSpPr/>
            <p:nvPr/>
          </p:nvSpPr>
          <p:spPr>
            <a:xfrm flipH="1">
              <a:off x="420840" y="1778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4" name="Google Shape;414;p39"/>
            <p:cNvSpPr/>
            <p:nvPr/>
          </p:nvSpPr>
          <p:spPr>
            <a:xfrm flipH="1">
              <a:off x="1611000" y="1474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5" name="Google Shape;415;p39"/>
            <p:cNvSpPr/>
            <p:nvPr/>
          </p:nvSpPr>
          <p:spPr>
            <a:xfrm flipH="1">
              <a:off x="2597040" y="-622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6" name="Google Shape;416;p39"/>
            <p:cNvSpPr/>
            <p:nvPr/>
          </p:nvSpPr>
          <p:spPr>
            <a:xfrm flipH="1">
              <a:off x="1259280" y="26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7" name="Google Shape;417;p39"/>
            <p:cNvSpPr/>
            <p:nvPr/>
          </p:nvSpPr>
          <p:spPr>
            <a:xfrm flipH="1">
              <a:off x="2180160" y="-138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8" name="Google Shape;418;p39"/>
            <p:cNvSpPr/>
            <p:nvPr/>
          </p:nvSpPr>
          <p:spPr>
            <a:xfrm rot="10800000">
              <a:off x="1759320" y="40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79" name="Google Shape;419;p39"/>
            <p:cNvSpPr/>
            <p:nvPr/>
          </p:nvSpPr>
          <p:spPr>
            <a:xfrm rot="10800000">
              <a:off x="2368080" y="2651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0" name="Google Shape;420;p39"/>
            <p:cNvSpPr/>
            <p:nvPr/>
          </p:nvSpPr>
          <p:spPr>
            <a:xfrm rot="10800000">
              <a:off x="503640" y="3558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1" name="Google Shape;421;p39"/>
            <p:cNvSpPr/>
            <p:nvPr/>
          </p:nvSpPr>
          <p:spPr>
            <a:xfrm rot="10800000">
              <a:off x="1759320" y="450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2" name="Google Shape;422;p39"/>
            <p:cNvSpPr/>
            <p:nvPr/>
          </p:nvSpPr>
          <p:spPr>
            <a:xfrm flipH="1">
              <a:off x="-126360" y="53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3" name="Google Shape;423;p39"/>
            <p:cNvSpPr/>
            <p:nvPr/>
          </p:nvSpPr>
          <p:spPr>
            <a:xfrm flipH="1">
              <a:off x="2754720" y="3194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  <p:cxnSp>
        <p:nvCxnSpPr>
          <p:cNvPr id="284" name="Google Shape;424;p39"/>
          <p:cNvCxnSpPr/>
          <p:nvPr/>
        </p:nvCxnSpPr>
        <p:spPr>
          <a:xfrm>
            <a:off x="3967200" y="1655280"/>
            <a:ext cx="374040" cy="360"/>
          </a:xfrm>
          <a:prstGeom prst="straightConnector1">
            <a:avLst/>
          </a:prstGeom>
          <a:ln w="19050">
            <a:solidFill>
              <a:srgbClr val="384655"/>
            </a:solidFill>
            <a:round/>
          </a:ln>
        </p:spPr>
      </p:cxn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title"/>
          </p:nvPr>
        </p:nvSpPr>
        <p:spPr>
          <a:xfrm>
            <a:off x="3763799" y="493560"/>
            <a:ext cx="4571640" cy="110478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200" b="1" u="none" strike="noStrike" dirty="0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Problem statement and objectives</a:t>
            </a:r>
            <a:endParaRPr lang="fr-FR" sz="32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286" name="PlaceHolder 2"/>
          <p:cNvSpPr>
            <a:spLocks noGrp="1"/>
          </p:cNvSpPr>
          <p:nvPr>
            <p:ph type="subTitle"/>
          </p:nvPr>
        </p:nvSpPr>
        <p:spPr>
          <a:xfrm>
            <a:off x="3859920" y="1655279"/>
            <a:ext cx="4571640" cy="2870641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rmAutofit/>
          </a:bodyPr>
          <a:lstStyle/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300" dirty="0">
                <a:latin typeface="DM Sans" pitchFamily="2" charset="0"/>
              </a:rPr>
              <a:t>Manual mood-based music selection is inefficient</a:t>
            </a:r>
          </a:p>
          <a:p>
            <a:r>
              <a:rPr lang="en-US" sz="1300" dirty="0">
                <a:latin typeface="DM Sans" pitchFamily="2" charset="0"/>
              </a:rPr>
              <a:t> </a:t>
            </a:r>
          </a:p>
          <a:p>
            <a:pPr marL="171450" indent="-171450">
              <a:buFont typeface="Wingdings" panose="05000000000000000000" pitchFamily="2" charset="2"/>
              <a:buChar char="§"/>
            </a:pPr>
            <a:r>
              <a:rPr lang="en-US" sz="1300" dirty="0">
                <a:latin typeface="DM Sans" pitchFamily="2" charset="0"/>
              </a:rPr>
              <a:t>Real-time emotion-based systems in daily use</a:t>
            </a:r>
          </a:p>
          <a:p>
            <a:r>
              <a:rPr lang="en-US" sz="1300" dirty="0">
                <a:latin typeface="DM Sans" pitchFamily="2" charset="0"/>
              </a:rPr>
              <a:t> </a:t>
            </a:r>
          </a:p>
          <a:p>
            <a:endParaRPr lang="en-US" sz="1300" dirty="0">
              <a:latin typeface="DM Sans" pitchFamily="2" charset="0"/>
            </a:endParaRPr>
          </a:p>
          <a:p>
            <a:pPr marL="171450" indent="-171450">
              <a:buFont typeface="Wingdings" panose="05000000000000000000" pitchFamily="2" charset="2"/>
              <a:buChar char="ü"/>
            </a:pPr>
            <a:r>
              <a:rPr lang="en-US" sz="1300" dirty="0">
                <a:latin typeface="DM Sans" pitchFamily="2" charset="0"/>
              </a:rPr>
              <a:t>Objective: </a:t>
            </a:r>
          </a:p>
          <a:p>
            <a:pPr lvl="5"/>
            <a:r>
              <a:rPr lang="en-US" sz="1300" dirty="0">
                <a:latin typeface="DM Sans" pitchFamily="2" charset="0"/>
              </a:rPr>
              <a:t>	-&gt; Detect emotion in real-time </a:t>
            </a:r>
          </a:p>
          <a:p>
            <a:pPr lvl="1"/>
            <a:r>
              <a:rPr lang="en-US" sz="1300" dirty="0">
                <a:latin typeface="DM Sans" pitchFamily="2" charset="0"/>
              </a:rPr>
              <a:t>	-&gt; Recommend suitable music automatically </a:t>
            </a:r>
          </a:p>
          <a:p>
            <a:pPr lvl="1"/>
            <a:endParaRPr lang="en-US" sz="1300" dirty="0">
              <a:latin typeface="DM Sans" pitchFamily="2" charset="0"/>
            </a:endParaRPr>
          </a:p>
        </p:txBody>
      </p:sp>
      <p:grpSp>
        <p:nvGrpSpPr>
          <p:cNvPr id="287" name="Google Shape;406;p39"/>
          <p:cNvGrpSpPr/>
          <p:nvPr/>
        </p:nvGrpSpPr>
        <p:grpSpPr>
          <a:xfrm>
            <a:off x="-541800" y="-622440"/>
            <a:ext cx="4135320" cy="6091200"/>
            <a:chOff x="-541800" y="-622440"/>
            <a:chExt cx="4135320" cy="6091200"/>
          </a:xfrm>
        </p:grpSpPr>
        <p:sp>
          <p:nvSpPr>
            <p:cNvPr id="288" name="Google Shape;407;p39"/>
            <p:cNvSpPr/>
            <p:nvPr/>
          </p:nvSpPr>
          <p:spPr>
            <a:xfrm rot="10800000">
              <a:off x="84600" y="4042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89" name="Google Shape;408;p39"/>
            <p:cNvSpPr/>
            <p:nvPr/>
          </p:nvSpPr>
          <p:spPr>
            <a:xfrm rot="10800000">
              <a:off x="993960" y="4575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0" name="Google Shape;409;p39"/>
            <p:cNvSpPr/>
            <p:nvPr/>
          </p:nvSpPr>
          <p:spPr>
            <a:xfrm rot="10800000">
              <a:off x="204084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1" name="Google Shape;410;p39"/>
            <p:cNvSpPr/>
            <p:nvPr/>
          </p:nvSpPr>
          <p:spPr>
            <a:xfrm rot="10800000">
              <a:off x="-54180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2" name="Google Shape;411;p39"/>
            <p:cNvSpPr/>
            <p:nvPr/>
          </p:nvSpPr>
          <p:spPr>
            <a:xfrm flipH="1">
              <a:off x="992880" y="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3" name="Google Shape;412;p39"/>
            <p:cNvSpPr/>
            <p:nvPr/>
          </p:nvSpPr>
          <p:spPr>
            <a:xfrm flipH="1">
              <a:off x="712440" y="227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4" name="Google Shape;413;p39"/>
            <p:cNvSpPr/>
            <p:nvPr/>
          </p:nvSpPr>
          <p:spPr>
            <a:xfrm flipH="1">
              <a:off x="420840" y="1778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5" name="Google Shape;414;p39"/>
            <p:cNvSpPr/>
            <p:nvPr/>
          </p:nvSpPr>
          <p:spPr>
            <a:xfrm flipH="1">
              <a:off x="1611000" y="1474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6" name="Google Shape;415;p39"/>
            <p:cNvSpPr/>
            <p:nvPr/>
          </p:nvSpPr>
          <p:spPr>
            <a:xfrm flipH="1">
              <a:off x="2597040" y="-622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7" name="Google Shape;416;p39"/>
            <p:cNvSpPr/>
            <p:nvPr/>
          </p:nvSpPr>
          <p:spPr>
            <a:xfrm flipH="1">
              <a:off x="1259280" y="26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8" name="Google Shape;417;p39"/>
            <p:cNvSpPr/>
            <p:nvPr/>
          </p:nvSpPr>
          <p:spPr>
            <a:xfrm flipH="1">
              <a:off x="2180160" y="-138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299" name="Google Shape;418;p39"/>
            <p:cNvSpPr/>
            <p:nvPr/>
          </p:nvSpPr>
          <p:spPr>
            <a:xfrm rot="10800000">
              <a:off x="1759320" y="40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0" name="Google Shape;419;p39"/>
            <p:cNvSpPr/>
            <p:nvPr/>
          </p:nvSpPr>
          <p:spPr>
            <a:xfrm rot="10800000">
              <a:off x="2368080" y="2651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1" name="Google Shape;420;p39"/>
            <p:cNvSpPr/>
            <p:nvPr/>
          </p:nvSpPr>
          <p:spPr>
            <a:xfrm rot="10800000">
              <a:off x="503640" y="3558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2" name="Google Shape;421;p39"/>
            <p:cNvSpPr/>
            <p:nvPr/>
          </p:nvSpPr>
          <p:spPr>
            <a:xfrm rot="10800000">
              <a:off x="1759320" y="450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3" name="Google Shape;422;p39"/>
            <p:cNvSpPr/>
            <p:nvPr/>
          </p:nvSpPr>
          <p:spPr>
            <a:xfrm flipH="1">
              <a:off x="-126360" y="53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04" name="Google Shape;423;p39"/>
            <p:cNvSpPr/>
            <p:nvPr/>
          </p:nvSpPr>
          <p:spPr>
            <a:xfrm flipH="1">
              <a:off x="2754720" y="3194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664;p50"/>
          <p:cNvSpPr/>
          <p:nvPr/>
        </p:nvSpPr>
        <p:spPr>
          <a:xfrm>
            <a:off x="5122080" y="1060200"/>
            <a:ext cx="3108960" cy="31089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07" name="PlaceHolder 1"/>
          <p:cNvSpPr>
            <a:spLocks noGrp="1"/>
          </p:cNvSpPr>
          <p:nvPr>
            <p:ph type="title"/>
          </p:nvPr>
        </p:nvSpPr>
        <p:spPr>
          <a:xfrm>
            <a:off x="723960" y="630974"/>
            <a:ext cx="4048762" cy="113091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 fontScale="90000"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3600" dirty="0"/>
              <a:t>Research &amp; Methodology</a:t>
            </a:r>
            <a:endParaRPr lang="fr-FR" sz="3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08" name="PlaceHolder 2"/>
          <p:cNvSpPr>
            <a:spLocks noGrp="1"/>
          </p:cNvSpPr>
          <p:nvPr>
            <p:ph type="subTitle"/>
          </p:nvPr>
        </p:nvSpPr>
        <p:spPr>
          <a:xfrm>
            <a:off x="723960" y="1676789"/>
            <a:ext cx="3781080" cy="2835737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DM Sans" pitchFamily="2" charset="0"/>
              </a:rPr>
              <a:t>Technologies Used: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DM Sans" pitchFamily="2" charset="0"/>
              </a:rPr>
              <a:t>Python, OpenCV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DM Sans" pitchFamily="2" charset="0"/>
              </a:rPr>
              <a:t>TensorFlow / </a:t>
            </a:r>
            <a:r>
              <a:rPr lang="en-US" sz="1300" b="0" u="none" strike="noStrike" dirty="0" err="1">
                <a:solidFill>
                  <a:srgbClr val="000000"/>
                </a:solidFill>
                <a:effectLst/>
                <a:uFillTx/>
                <a:latin typeface="DM Sans" pitchFamily="2" charset="0"/>
              </a:rPr>
              <a:t>Keras</a:t>
            </a:r>
            <a:endParaRPr lang="en-US" sz="1300" b="0" u="none" strike="noStrike" dirty="0">
              <a:solidFill>
                <a:srgbClr val="000000"/>
              </a:solidFill>
              <a:effectLst/>
              <a:uFillTx/>
              <a:latin typeface="DM Sans" pitchFamily="2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DM Sans" pitchFamily="2" charset="0"/>
              </a:rPr>
              <a:t>Flask (Web Framework)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DM Sans" pitchFamily="2" charset="0"/>
              </a:rPr>
              <a:t>Dataset: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DM Sans" pitchFamily="2" charset="0"/>
              </a:rPr>
              <a:t>FER-2013 (48x48 grayscale images)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DM Sans" pitchFamily="2" charset="0"/>
              </a:rPr>
              <a:t>Visuals: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DM Sans" pitchFamily="2" charset="0"/>
              </a:rPr>
              <a:t>Tech stack diagram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PlaceHolder 1"/>
          <p:cNvSpPr>
            <a:spLocks noGrp="1"/>
          </p:cNvSpPr>
          <p:nvPr>
            <p:ph type="title"/>
          </p:nvPr>
        </p:nvSpPr>
        <p:spPr>
          <a:xfrm>
            <a:off x="3763799" y="387673"/>
            <a:ext cx="4310441" cy="127161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b="1" u="none" strike="noStrike" dirty="0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CNN model and dataset used</a:t>
            </a:r>
            <a:endParaRPr lang="fr-FR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10" name="PlaceHolder 2"/>
          <p:cNvSpPr>
            <a:spLocks noGrp="1"/>
          </p:cNvSpPr>
          <p:nvPr>
            <p:ph type="subTitle"/>
          </p:nvPr>
        </p:nvSpPr>
        <p:spPr>
          <a:xfrm>
            <a:off x="3763799" y="1747475"/>
            <a:ext cx="4571640" cy="666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The emotion detection model is based on a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Convolutional Neural Network (CNN)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architecture trained using the FER 2013 dataset, which contains labeled images representing seven different facial emotions.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The CNN efficiently processes facial expressions to classify emotions in real time, providing accurate and reliable predictions essential for the systems responsiveness and user experience.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11" name="Google Shape;406;p39"/>
          <p:cNvGrpSpPr/>
          <p:nvPr/>
        </p:nvGrpSpPr>
        <p:grpSpPr>
          <a:xfrm>
            <a:off x="-541800" y="-622440"/>
            <a:ext cx="4135320" cy="6091200"/>
            <a:chOff x="-541800" y="-622440"/>
            <a:chExt cx="4135320" cy="6091200"/>
          </a:xfrm>
        </p:grpSpPr>
        <p:sp>
          <p:nvSpPr>
            <p:cNvPr id="312" name="Google Shape;407;p39"/>
            <p:cNvSpPr/>
            <p:nvPr/>
          </p:nvSpPr>
          <p:spPr>
            <a:xfrm rot="10800000">
              <a:off x="84600" y="4042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3" name="Google Shape;408;p39"/>
            <p:cNvSpPr/>
            <p:nvPr/>
          </p:nvSpPr>
          <p:spPr>
            <a:xfrm rot="10800000">
              <a:off x="993960" y="4575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4" name="Google Shape;409;p39"/>
            <p:cNvSpPr/>
            <p:nvPr/>
          </p:nvSpPr>
          <p:spPr>
            <a:xfrm rot="10800000">
              <a:off x="204084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5" name="Google Shape;410;p39"/>
            <p:cNvSpPr/>
            <p:nvPr/>
          </p:nvSpPr>
          <p:spPr>
            <a:xfrm rot="10800000">
              <a:off x="-54180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6" name="Google Shape;411;p39"/>
            <p:cNvSpPr/>
            <p:nvPr/>
          </p:nvSpPr>
          <p:spPr>
            <a:xfrm flipH="1">
              <a:off x="992880" y="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7" name="Google Shape;412;p39"/>
            <p:cNvSpPr/>
            <p:nvPr/>
          </p:nvSpPr>
          <p:spPr>
            <a:xfrm flipH="1">
              <a:off x="712440" y="227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8" name="Google Shape;413;p39"/>
            <p:cNvSpPr/>
            <p:nvPr/>
          </p:nvSpPr>
          <p:spPr>
            <a:xfrm flipH="1">
              <a:off x="420840" y="1778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19" name="Google Shape;414;p39"/>
            <p:cNvSpPr/>
            <p:nvPr/>
          </p:nvSpPr>
          <p:spPr>
            <a:xfrm flipH="1">
              <a:off x="1611000" y="1474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0" name="Google Shape;415;p39"/>
            <p:cNvSpPr/>
            <p:nvPr/>
          </p:nvSpPr>
          <p:spPr>
            <a:xfrm flipH="1">
              <a:off x="2597040" y="-622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1" name="Google Shape;416;p39"/>
            <p:cNvSpPr/>
            <p:nvPr/>
          </p:nvSpPr>
          <p:spPr>
            <a:xfrm flipH="1">
              <a:off x="1259280" y="26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2" name="Google Shape;417;p39"/>
            <p:cNvSpPr/>
            <p:nvPr/>
          </p:nvSpPr>
          <p:spPr>
            <a:xfrm flipH="1">
              <a:off x="2180160" y="-138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3" name="Google Shape;418;p39"/>
            <p:cNvSpPr/>
            <p:nvPr/>
          </p:nvSpPr>
          <p:spPr>
            <a:xfrm rot="10800000">
              <a:off x="1759320" y="40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4" name="Google Shape;419;p39"/>
            <p:cNvSpPr/>
            <p:nvPr/>
          </p:nvSpPr>
          <p:spPr>
            <a:xfrm rot="10800000">
              <a:off x="2368080" y="2651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5" name="Google Shape;420;p39"/>
            <p:cNvSpPr/>
            <p:nvPr/>
          </p:nvSpPr>
          <p:spPr>
            <a:xfrm rot="10800000">
              <a:off x="503640" y="3558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6" name="Google Shape;421;p39"/>
            <p:cNvSpPr/>
            <p:nvPr/>
          </p:nvSpPr>
          <p:spPr>
            <a:xfrm rot="10800000">
              <a:off x="1759320" y="450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7" name="Google Shape;422;p39"/>
            <p:cNvSpPr/>
            <p:nvPr/>
          </p:nvSpPr>
          <p:spPr>
            <a:xfrm flipH="1">
              <a:off x="-126360" y="53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28" name="Google Shape;423;p39"/>
            <p:cNvSpPr/>
            <p:nvPr/>
          </p:nvSpPr>
          <p:spPr>
            <a:xfrm flipH="1">
              <a:off x="2754720" y="3194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664;p50"/>
          <p:cNvSpPr/>
          <p:nvPr/>
        </p:nvSpPr>
        <p:spPr>
          <a:xfrm>
            <a:off x="5122080" y="1060200"/>
            <a:ext cx="3108960" cy="31089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2" name="PlaceHolder 1"/>
          <p:cNvSpPr>
            <a:spLocks noGrp="1"/>
          </p:cNvSpPr>
          <p:nvPr>
            <p:ph type="title"/>
          </p:nvPr>
        </p:nvSpPr>
        <p:spPr>
          <a:xfrm>
            <a:off x="723960" y="416313"/>
            <a:ext cx="3297961" cy="122663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Real-time emotion detection process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2"/>
          <p:cNvSpPr>
            <a:spLocks noGrp="1"/>
          </p:cNvSpPr>
          <p:nvPr>
            <p:ph type="subTitle"/>
          </p:nvPr>
        </p:nvSpPr>
        <p:spPr>
          <a:xfrm>
            <a:off x="723960" y="1642947"/>
            <a:ext cx="3781080" cy="1147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The system captures live video feed from a webcam, extracting facial features frame-by-frame.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These frames are processed through the CNN model to predict one of the seven emotions.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The real-time nature of the model ensures immediate emotion recognition, enabling dynamic updates to user music recommendations as emotional states change.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PlaceHolder 1"/>
          <p:cNvSpPr>
            <a:spLocks noGrp="1"/>
          </p:cNvSpPr>
          <p:nvPr>
            <p:ph type="title"/>
          </p:nvPr>
        </p:nvSpPr>
        <p:spPr>
          <a:xfrm>
            <a:off x="3919159" y="265703"/>
            <a:ext cx="457164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>
              <a:lnSpc>
                <a:spcPct val="100000"/>
              </a:lnSpc>
              <a:tabLst>
                <a:tab pos="0" algn="l"/>
              </a:tabLst>
            </a:pPr>
            <a:r>
              <a:rPr lang="en-IN" sz="2800" dirty="0"/>
              <a:t>Data Analysis (Dataset)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5" name="PlaceHolder 2"/>
          <p:cNvSpPr>
            <a:spLocks noGrp="1"/>
          </p:cNvSpPr>
          <p:nvPr>
            <p:ph type="subTitle"/>
          </p:nvPr>
        </p:nvSpPr>
        <p:spPr>
          <a:xfrm>
            <a:off x="3919159" y="1360449"/>
            <a:ext cx="4571640" cy="2936488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DM Sans" pitchFamily="2" charset="0"/>
              </a:rPr>
              <a:t>Once an emotion is detected, the system processes the result using the backend logic built with Flask.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DM Sans" pitchFamily="2" charset="0"/>
              </a:rPr>
              <a:t>It maps the detected emotion to predefined music categories and selects songs from locally stored folders corresponding to each emotion.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300" b="0" u="none" strike="noStrike" dirty="0">
                <a:solidFill>
                  <a:srgbClr val="000000"/>
                </a:solidFill>
                <a:effectLst/>
                <a:uFillTx/>
                <a:latin typeface="DM Sans" pitchFamily="2" charset="0"/>
              </a:rPr>
              <a:t>This seamless process ensures users receive real-time, mood-based music playback, enhancing personalized engagement through an intelligent and context-aware system.</a:t>
            </a:r>
          </a:p>
        </p:txBody>
      </p:sp>
      <p:grpSp>
        <p:nvGrpSpPr>
          <p:cNvPr id="356" name="Google Shape;406;p39"/>
          <p:cNvGrpSpPr/>
          <p:nvPr/>
        </p:nvGrpSpPr>
        <p:grpSpPr>
          <a:xfrm>
            <a:off x="-541800" y="-622440"/>
            <a:ext cx="4135320" cy="6091200"/>
            <a:chOff x="-541800" y="-622440"/>
            <a:chExt cx="4135320" cy="6091200"/>
          </a:xfrm>
        </p:grpSpPr>
        <p:sp>
          <p:nvSpPr>
            <p:cNvPr id="357" name="Google Shape;407;p39"/>
            <p:cNvSpPr/>
            <p:nvPr/>
          </p:nvSpPr>
          <p:spPr>
            <a:xfrm rot="10800000">
              <a:off x="84600" y="4042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8" name="Google Shape;408;p39"/>
            <p:cNvSpPr/>
            <p:nvPr/>
          </p:nvSpPr>
          <p:spPr>
            <a:xfrm rot="10800000">
              <a:off x="993960" y="4575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59" name="Google Shape;409;p39"/>
            <p:cNvSpPr/>
            <p:nvPr/>
          </p:nvSpPr>
          <p:spPr>
            <a:xfrm rot="10800000">
              <a:off x="204084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0" name="Google Shape;410;p39"/>
            <p:cNvSpPr/>
            <p:nvPr/>
          </p:nvSpPr>
          <p:spPr>
            <a:xfrm rot="10800000">
              <a:off x="-54180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1" name="Google Shape;411;p39"/>
            <p:cNvSpPr/>
            <p:nvPr/>
          </p:nvSpPr>
          <p:spPr>
            <a:xfrm flipH="1">
              <a:off x="992880" y="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2" name="Google Shape;412;p39"/>
            <p:cNvSpPr/>
            <p:nvPr/>
          </p:nvSpPr>
          <p:spPr>
            <a:xfrm flipH="1">
              <a:off x="712440" y="227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3" name="Google Shape;413;p39"/>
            <p:cNvSpPr/>
            <p:nvPr/>
          </p:nvSpPr>
          <p:spPr>
            <a:xfrm flipH="1">
              <a:off x="420840" y="1778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4" name="Google Shape;414;p39"/>
            <p:cNvSpPr/>
            <p:nvPr/>
          </p:nvSpPr>
          <p:spPr>
            <a:xfrm flipH="1">
              <a:off x="1611000" y="1474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5" name="Google Shape;415;p39"/>
            <p:cNvSpPr/>
            <p:nvPr/>
          </p:nvSpPr>
          <p:spPr>
            <a:xfrm flipH="1">
              <a:off x="2597040" y="-622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6" name="Google Shape;416;p39"/>
            <p:cNvSpPr/>
            <p:nvPr/>
          </p:nvSpPr>
          <p:spPr>
            <a:xfrm flipH="1">
              <a:off x="1259280" y="26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7" name="Google Shape;417;p39"/>
            <p:cNvSpPr/>
            <p:nvPr/>
          </p:nvSpPr>
          <p:spPr>
            <a:xfrm flipH="1">
              <a:off x="2180160" y="-138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8" name="Google Shape;418;p39"/>
            <p:cNvSpPr/>
            <p:nvPr/>
          </p:nvSpPr>
          <p:spPr>
            <a:xfrm rot="10800000">
              <a:off x="1759320" y="40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69" name="Google Shape;419;p39"/>
            <p:cNvSpPr/>
            <p:nvPr/>
          </p:nvSpPr>
          <p:spPr>
            <a:xfrm rot="10800000">
              <a:off x="2368080" y="2651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0" name="Google Shape;420;p39"/>
            <p:cNvSpPr/>
            <p:nvPr/>
          </p:nvSpPr>
          <p:spPr>
            <a:xfrm rot="10800000">
              <a:off x="503640" y="3558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1" name="Google Shape;421;p39"/>
            <p:cNvSpPr/>
            <p:nvPr/>
          </p:nvSpPr>
          <p:spPr>
            <a:xfrm rot="10800000">
              <a:off x="1759320" y="450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2" name="Google Shape;422;p39"/>
            <p:cNvSpPr/>
            <p:nvPr/>
          </p:nvSpPr>
          <p:spPr>
            <a:xfrm flipH="1">
              <a:off x="-126360" y="53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3" name="Google Shape;423;p39"/>
            <p:cNvSpPr/>
            <p:nvPr/>
          </p:nvSpPr>
          <p:spPr>
            <a:xfrm flipH="1">
              <a:off x="2754720" y="3194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41A9D3-0AA3-4D2C-6F7F-B8E2DC251B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1" name="Google Shape;664;p50">
            <a:extLst>
              <a:ext uri="{FF2B5EF4-FFF2-40B4-BE49-F238E27FC236}">
                <a16:creationId xmlns:a16="http://schemas.microsoft.com/office/drawing/2014/main" id="{E5E37075-BDBD-3020-2236-556B3D7096EB}"/>
              </a:ext>
            </a:extLst>
          </p:cNvPr>
          <p:cNvSpPr/>
          <p:nvPr/>
        </p:nvSpPr>
        <p:spPr>
          <a:xfrm>
            <a:off x="5122080" y="1060200"/>
            <a:ext cx="3108960" cy="31089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52" name="PlaceHolder 1">
            <a:extLst>
              <a:ext uri="{FF2B5EF4-FFF2-40B4-BE49-F238E27FC236}">
                <a16:creationId xmlns:a16="http://schemas.microsoft.com/office/drawing/2014/main" id="{8552634E-2378-D388-C00F-B296ED14BF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3960" y="133815"/>
            <a:ext cx="3297961" cy="1226634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800" b="1" u="none" strike="noStrike" dirty="0">
                <a:solidFill>
                  <a:schemeClr val="dk1"/>
                </a:solidFill>
                <a:effectLst/>
                <a:uFillTx/>
                <a:latin typeface="Outfit"/>
              </a:rPr>
              <a:t>Challenges &amp; Solutions</a:t>
            </a:r>
            <a:endParaRPr lang="fr-FR" sz="28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53" name="PlaceHolder 2">
            <a:extLst>
              <a:ext uri="{FF2B5EF4-FFF2-40B4-BE49-F238E27FC236}">
                <a16:creationId xmlns:a16="http://schemas.microsoft.com/office/drawing/2014/main" id="{ADCD7932-5CB5-77B4-3769-F781194FB5BE}"/>
              </a:ext>
            </a:extLst>
          </p:cNvPr>
          <p:cNvSpPr>
            <a:spLocks noGrp="1"/>
          </p:cNvSpPr>
          <p:nvPr>
            <p:ph type="subTitle"/>
          </p:nvPr>
        </p:nvSpPr>
        <p:spPr>
          <a:xfrm>
            <a:off x="723959" y="1360448"/>
            <a:ext cx="4398121" cy="31089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Camera Freezing / Lagging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Continuous frame processing causes performance issues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High CPU usage leads to delayed response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Low Model Accuracy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Incorrect emotion prediction in some cases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Similar facial expressions (e.g., neutral vs sad) create confusion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Lighting &amp; Environmental Issues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Poor lighting reduces face detection quality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Shadows and camera angle affect accuracy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  <p:extLst>
      <p:ext uri="{BB962C8B-B14F-4D97-AF65-F5344CB8AC3E}">
        <p14:creationId xmlns:p14="http://schemas.microsoft.com/office/powerpoint/2010/main" val="13589206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2668F3-0FB6-A9A1-DE34-687CA3AF3D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0000" y="208156"/>
            <a:ext cx="3777120" cy="1152293"/>
          </a:xfrm>
        </p:spPr>
        <p:txBody>
          <a:bodyPr/>
          <a:lstStyle/>
          <a:p>
            <a:r>
              <a:rPr lang="en-IN" dirty="0"/>
              <a:t>Solution</a:t>
            </a:r>
          </a:p>
        </p:txBody>
      </p:sp>
      <p:sp>
        <p:nvSpPr>
          <p:cNvPr id="6" name="PlaceHolder 2">
            <a:extLst>
              <a:ext uri="{FF2B5EF4-FFF2-40B4-BE49-F238E27FC236}">
                <a16:creationId xmlns:a16="http://schemas.microsoft.com/office/drawing/2014/main" id="{7FD0A561-6E9F-25C2-89B1-3DA1DA3BDB6C}"/>
              </a:ext>
            </a:extLst>
          </p:cNvPr>
          <p:cNvSpPr txBox="1">
            <a:spLocks/>
          </p:cNvSpPr>
          <p:nvPr/>
        </p:nvSpPr>
        <p:spPr>
          <a:xfrm>
            <a:off x="723959" y="1360448"/>
            <a:ext cx="7215709" cy="3108959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Camera Freezing / Lagging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	      - Implemented frame skipping technique</a:t>
            </a:r>
            <a:br>
              <a:rPr lang="en-US" sz="1200" dirty="0"/>
            </a:br>
            <a:r>
              <a:rPr lang="en-US" sz="1200" dirty="0"/>
              <a:t>      - Reduced image resolution for faster processing</a:t>
            </a:r>
            <a:br>
              <a:rPr lang="en-US" sz="1200" dirty="0"/>
            </a:br>
            <a:r>
              <a:rPr lang="en-US" sz="1200" dirty="0"/>
              <a:t>      - Optimized OpenCV operations</a:t>
            </a:r>
            <a:endParaRPr lang="en-US" sz="1200" dirty="0">
              <a:solidFill>
                <a:schemeClr val="dk1"/>
              </a:solidFill>
              <a:latin typeface="DM Sans"/>
              <a:ea typeface="DM Sans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Low Model Accuracy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 dirty="0"/>
              <a:t>      - Used trained CNN model with FER-2013 dataset</a:t>
            </a:r>
            <a:br>
              <a:rPr lang="en-US" sz="1200" dirty="0"/>
            </a:br>
            <a:r>
              <a:rPr lang="en-US" sz="1200" dirty="0"/>
              <a:t>      - Applied preprocessing techniques (grayscale, normalization)</a:t>
            </a:r>
            <a:br>
              <a:rPr lang="en-US" sz="1200" dirty="0"/>
            </a:br>
            <a:r>
              <a:rPr lang="en-US" sz="1200" dirty="0"/>
              <a:t>      - Used prediction smoothing (averaging multiple frames)</a:t>
            </a:r>
            <a:endParaRPr lang="en-US" sz="1200" dirty="0">
              <a:solidFill>
                <a:schemeClr val="dk1"/>
              </a:solidFill>
              <a:latin typeface="DM Sans"/>
              <a:ea typeface="DM Sans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Lighting &amp; Environmental Issues</a:t>
            </a:r>
          </a:p>
          <a:p>
            <a:pPr>
              <a:lnSpc>
                <a:spcPct val="150000"/>
              </a:lnSpc>
              <a:tabLst>
                <a:tab pos="0" algn="l"/>
              </a:tabLst>
            </a:pPr>
            <a:r>
              <a:rPr lang="en-US" sz="1200"/>
              <a:t>     - Applied image preprocessing and normalization</a:t>
            </a:r>
            <a:endParaRPr lang="en-US" sz="1200" dirty="0">
              <a:solidFill>
                <a:schemeClr val="dk1"/>
              </a:solidFill>
              <a:latin typeface="DM Sans"/>
              <a:ea typeface="DM Sans"/>
            </a:endParaRP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ü"/>
              <a:tabLst>
                <a:tab pos="0" algn="l"/>
              </a:tabLst>
            </a:pPr>
            <a:endParaRPr lang="en-US" sz="1200" dirty="0">
              <a:solidFill>
                <a:schemeClr val="dk1"/>
              </a:solidFill>
              <a:latin typeface="DM Sans"/>
              <a:ea typeface="DM Sans"/>
            </a:endParaRPr>
          </a:p>
        </p:txBody>
      </p:sp>
    </p:spTree>
    <p:extLst>
      <p:ext uri="{BB962C8B-B14F-4D97-AF65-F5344CB8AC3E}">
        <p14:creationId xmlns:p14="http://schemas.microsoft.com/office/powerpoint/2010/main" val="377872343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5" name="PlaceHolder 1"/>
          <p:cNvSpPr>
            <a:spLocks noGrp="1"/>
          </p:cNvSpPr>
          <p:nvPr>
            <p:ph type="title"/>
          </p:nvPr>
        </p:nvSpPr>
        <p:spPr>
          <a:xfrm>
            <a:off x="3867120" y="381780"/>
            <a:ext cx="4571640" cy="116172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2400" b="1" u="none" strike="noStrike" dirty="0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Results, advantages, and future scope</a:t>
            </a:r>
            <a:endParaRPr lang="fr-FR" sz="24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76" name="PlaceHolder 2"/>
          <p:cNvSpPr>
            <a:spLocks noGrp="1"/>
          </p:cNvSpPr>
          <p:nvPr>
            <p:ph type="subTitle"/>
          </p:nvPr>
        </p:nvSpPr>
        <p:spPr>
          <a:xfrm>
            <a:off x="3867120" y="1596240"/>
            <a:ext cx="4571640" cy="666360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The system demonstrates effective </a:t>
            </a:r>
            <a:r>
              <a:rPr lang="en-US" sz="1200" b="1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real-time emotion recognition</a:t>
            </a: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 and music recommendation with high accuracy and smooth user experience.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Advantages include personalized engagement and innovative use of emotion-driven context. </a:t>
            </a:r>
          </a:p>
          <a:p>
            <a:pPr marL="171450" indent="-17145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b="0" u="none" strike="noStrike" dirty="0">
                <a:solidFill>
                  <a:schemeClr val="dk1"/>
                </a:solidFill>
                <a:effectLst/>
                <a:uFillTx/>
                <a:latin typeface="DM Sans"/>
                <a:ea typeface="DM Sans"/>
              </a:rPr>
              <a:t>Future improvements may involve expanding emotion categories, integrating additional streaming platforms, and enhancing UI for greater accessibility and user interaction.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grpSp>
        <p:nvGrpSpPr>
          <p:cNvPr id="377" name="Google Shape;406;p39"/>
          <p:cNvGrpSpPr/>
          <p:nvPr/>
        </p:nvGrpSpPr>
        <p:grpSpPr>
          <a:xfrm>
            <a:off x="-541800" y="-622440"/>
            <a:ext cx="4135320" cy="6091200"/>
            <a:chOff x="-541800" y="-622440"/>
            <a:chExt cx="4135320" cy="6091200"/>
          </a:xfrm>
        </p:grpSpPr>
        <p:sp>
          <p:nvSpPr>
            <p:cNvPr id="378" name="Google Shape;407;p39"/>
            <p:cNvSpPr/>
            <p:nvPr/>
          </p:nvSpPr>
          <p:spPr>
            <a:xfrm rot="10800000">
              <a:off x="84600" y="4042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79" name="Google Shape;408;p39"/>
            <p:cNvSpPr/>
            <p:nvPr/>
          </p:nvSpPr>
          <p:spPr>
            <a:xfrm rot="10800000">
              <a:off x="993960" y="4575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0" name="Google Shape;409;p39"/>
            <p:cNvSpPr/>
            <p:nvPr/>
          </p:nvSpPr>
          <p:spPr>
            <a:xfrm rot="10800000">
              <a:off x="204084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1" name="Google Shape;410;p39"/>
            <p:cNvSpPr/>
            <p:nvPr/>
          </p:nvSpPr>
          <p:spPr>
            <a:xfrm rot="10800000">
              <a:off x="-541800" y="9626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2" name="Google Shape;411;p39"/>
            <p:cNvSpPr/>
            <p:nvPr/>
          </p:nvSpPr>
          <p:spPr>
            <a:xfrm flipH="1">
              <a:off x="992880" y="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3" name="Google Shape;412;p39"/>
            <p:cNvSpPr/>
            <p:nvPr/>
          </p:nvSpPr>
          <p:spPr>
            <a:xfrm flipH="1">
              <a:off x="712440" y="22752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dk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4" name="Google Shape;413;p39"/>
            <p:cNvSpPr/>
            <p:nvPr/>
          </p:nvSpPr>
          <p:spPr>
            <a:xfrm flipH="1">
              <a:off x="420840" y="177876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5" name="Google Shape;414;p39"/>
            <p:cNvSpPr/>
            <p:nvPr/>
          </p:nvSpPr>
          <p:spPr>
            <a:xfrm flipH="1">
              <a:off x="1611000" y="147492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6" name="Google Shape;415;p39"/>
            <p:cNvSpPr/>
            <p:nvPr/>
          </p:nvSpPr>
          <p:spPr>
            <a:xfrm flipH="1">
              <a:off x="2597040" y="-6224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7" name="Google Shape;416;p39"/>
            <p:cNvSpPr/>
            <p:nvPr/>
          </p:nvSpPr>
          <p:spPr>
            <a:xfrm flipH="1">
              <a:off x="1259280" y="265140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8" name="Google Shape;417;p39"/>
            <p:cNvSpPr/>
            <p:nvPr/>
          </p:nvSpPr>
          <p:spPr>
            <a:xfrm flipH="1">
              <a:off x="2180160" y="-1382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89" name="Google Shape;418;p39"/>
            <p:cNvSpPr/>
            <p:nvPr/>
          </p:nvSpPr>
          <p:spPr>
            <a:xfrm rot="10800000">
              <a:off x="1759320" y="40456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lt2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0" name="Google Shape;419;p39"/>
            <p:cNvSpPr/>
            <p:nvPr/>
          </p:nvSpPr>
          <p:spPr>
            <a:xfrm rot="10800000">
              <a:off x="2368080" y="265176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chemeClr val="accent1"/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1" name="Google Shape;420;p39"/>
            <p:cNvSpPr/>
            <p:nvPr/>
          </p:nvSpPr>
          <p:spPr>
            <a:xfrm rot="10800000">
              <a:off x="503640" y="355824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2" name="Google Shape;421;p39"/>
            <p:cNvSpPr/>
            <p:nvPr/>
          </p:nvSpPr>
          <p:spPr>
            <a:xfrm rot="10800000">
              <a:off x="1759320" y="4501080"/>
              <a:ext cx="838440" cy="967680"/>
            </a:xfrm>
            <a:custGeom>
              <a:avLst/>
              <a:gdLst>
                <a:gd name="textAreaLeft" fmla="*/ 0 w 838440"/>
                <a:gd name="textAreaRight" fmla="*/ 83880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AFC7FF">
                <a:alpha val="25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3" name="Google Shape;422;p39"/>
            <p:cNvSpPr/>
            <p:nvPr/>
          </p:nvSpPr>
          <p:spPr>
            <a:xfrm flipH="1">
              <a:off x="-126360" y="539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9FCBFD">
                <a:alpha val="41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  <p:sp>
          <p:nvSpPr>
            <p:cNvPr id="394" name="Google Shape;423;p39"/>
            <p:cNvSpPr/>
            <p:nvPr/>
          </p:nvSpPr>
          <p:spPr>
            <a:xfrm flipH="1">
              <a:off x="2754720" y="3194640"/>
              <a:ext cx="838440" cy="967680"/>
            </a:xfrm>
            <a:custGeom>
              <a:avLst/>
              <a:gdLst>
                <a:gd name="textAreaLeft" fmla="*/ -360 w 838440"/>
                <a:gd name="textAreaRight" fmla="*/ 838440 w 838440"/>
                <a:gd name="textAreaTop" fmla="*/ 0 h 967680"/>
                <a:gd name="textAreaBottom" fmla="*/ 968040 h 967680"/>
              </a:gdLst>
              <a:ahLst/>
              <a:cxnLst/>
              <a:rect l="textAreaLeft" t="textAreaTop" r="textAreaRight" b="textAreaBottom"/>
              <a:pathLst>
                <a:path w="181539" h="209550">
                  <a:moveTo>
                    <a:pt x="90694" y="0"/>
                  </a:moveTo>
                  <a:lnTo>
                    <a:pt x="0" y="52388"/>
                  </a:lnTo>
                  <a:lnTo>
                    <a:pt x="0" y="157163"/>
                  </a:lnTo>
                  <a:lnTo>
                    <a:pt x="90694" y="209550"/>
                  </a:lnTo>
                  <a:lnTo>
                    <a:pt x="181539" y="157163"/>
                  </a:lnTo>
                  <a:lnTo>
                    <a:pt x="181539" y="52388"/>
                  </a:lnTo>
                  <a:lnTo>
                    <a:pt x="90694" y="0"/>
                  </a:lnTo>
                  <a:close/>
                </a:path>
              </a:pathLst>
            </a:custGeom>
            <a:solidFill>
              <a:srgbClr val="68DAF8">
                <a:alpha val="34000"/>
              </a:srgbClr>
            </a:solidFill>
            <a:ln w="19050">
              <a:solidFill>
                <a:srgbClr val="FFFFFF"/>
              </a:solidFill>
              <a:round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  <p:txBody>
            <a:bodyPr tIns="91440" bIns="91440" anchor="ctr">
              <a:noAutofit/>
            </a:bodyPr>
            <a:lstStyle/>
            <a:p>
              <a:pPr defTabSz="914400">
                <a:lnSpc>
                  <a:spcPct val="100000"/>
                </a:lnSpc>
                <a:tabLst>
                  <a:tab pos="0" algn="l"/>
                </a:tabLst>
              </a:pPr>
              <a:endParaRPr lang="en-US" sz="1800" b="0" u="none" strike="noStrike">
                <a:solidFill>
                  <a:srgbClr val="000000"/>
                </a:solidFill>
                <a:effectLst/>
                <a:uFillTx/>
                <a:latin typeface="OpenSymbol"/>
              </a:endParaRPr>
            </a:p>
          </p:txBody>
        </p: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664;p50"/>
          <p:cNvSpPr/>
          <p:nvPr/>
        </p:nvSpPr>
        <p:spPr>
          <a:xfrm>
            <a:off x="5360072" y="1060200"/>
            <a:ext cx="2993007" cy="3108960"/>
          </a:xfrm>
          <a:prstGeom prst="ellipse">
            <a:avLst/>
          </a:prstGeom>
          <a:blipFill rotWithShape="0">
            <a:blip r:embed="rId2"/>
            <a:srcRect/>
            <a:stretch/>
          </a:blipFill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lIns="90000" tIns="45000" rIns="90000" bIns="45000" anchor="t">
            <a:noAutofit/>
          </a:bodyPr>
          <a:lstStyle/>
          <a:p>
            <a:endParaRPr lang="en-US" sz="1800" b="0" u="none" strike="noStrike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  <p:sp>
        <p:nvSpPr>
          <p:cNvPr id="397" name="PlaceHolder 1"/>
          <p:cNvSpPr>
            <a:spLocks noGrp="1"/>
          </p:cNvSpPr>
          <p:nvPr>
            <p:ph type="title"/>
          </p:nvPr>
        </p:nvSpPr>
        <p:spPr>
          <a:xfrm>
            <a:off x="723959" y="282499"/>
            <a:ext cx="4182577" cy="77770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b">
            <a:normAutofit/>
          </a:bodyPr>
          <a:lstStyle/>
          <a:p>
            <a:pPr indent="0">
              <a:lnSpc>
                <a:spcPct val="100000"/>
              </a:lnSpc>
              <a:buNone/>
              <a:tabLst>
                <a:tab pos="0" algn="l"/>
              </a:tabLst>
            </a:pPr>
            <a:r>
              <a:rPr lang="en-US" sz="3500" b="1" u="none" strike="noStrike" dirty="0">
                <a:solidFill>
                  <a:schemeClr val="dk1"/>
                </a:solidFill>
                <a:effectLst/>
                <a:uFillTx/>
                <a:latin typeface="Outfit"/>
                <a:ea typeface="Outfit"/>
              </a:rPr>
              <a:t>Conclusions</a:t>
            </a:r>
            <a:endParaRPr lang="fr-FR" sz="3500" b="0" u="none" strike="noStrike" dirty="0">
              <a:solidFill>
                <a:schemeClr val="dk1"/>
              </a:solidFill>
              <a:effectLst/>
              <a:uFillTx/>
              <a:latin typeface="Arial"/>
            </a:endParaRPr>
          </a:p>
        </p:txBody>
      </p:sp>
      <p:sp>
        <p:nvSpPr>
          <p:cNvPr id="398" name="PlaceHolder 2"/>
          <p:cNvSpPr>
            <a:spLocks noGrp="1"/>
          </p:cNvSpPr>
          <p:nvPr>
            <p:ph type="subTitle"/>
          </p:nvPr>
        </p:nvSpPr>
        <p:spPr>
          <a:xfrm>
            <a:off x="790920" y="973874"/>
            <a:ext cx="4502192" cy="4326672"/>
          </a:xfrm>
          <a:prstGeom prst="rect">
            <a:avLst/>
          </a:prstGeom>
          <a:noFill/>
          <a:ln w="0">
            <a:noFill/>
          </a:ln>
        </p:spPr>
        <p:txBody>
          <a:bodyPr lIns="91440" tIns="91440" rIns="91440" bIns="91440" anchor="t">
            <a:noAutofit/>
          </a:bodyPr>
          <a:lstStyle/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This project successfully combines CNN-based facial emotion recognition with an automated music recommendation system to create an interactive and real-time user experience.</a:t>
            </a: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The approach demonstrates the potential of emotional AI in delivering personalized and intelligent digital experiences through real-time emotion analysis.</a:t>
            </a:r>
          </a:p>
          <a:p>
            <a:pPr marL="228600" indent="-228600">
              <a:lnSpc>
                <a:spcPct val="150000"/>
              </a:lnSpc>
              <a:buFont typeface="Wingdings" panose="05000000000000000000" pitchFamily="2" charset="2"/>
              <a:buChar char="§"/>
              <a:tabLst>
                <a:tab pos="0" algn="l"/>
              </a:tabLst>
            </a:pPr>
            <a:r>
              <a:rPr lang="en-US" sz="1200" dirty="0">
                <a:solidFill>
                  <a:schemeClr val="dk1"/>
                </a:solidFill>
                <a:latin typeface="DM Sans"/>
                <a:ea typeface="DM Sans"/>
              </a:rPr>
              <a:t>With further enhancements, this system can be extended to integrate online music platforms, mobile applications, and advanced emotion detection, improving user satisfaction and overall experience.</a:t>
            </a:r>
            <a:endParaRPr lang="en-US" sz="1200" b="0" u="none" strike="noStrike" dirty="0">
              <a:solidFill>
                <a:srgbClr val="000000"/>
              </a:solidFill>
              <a:effectLst/>
              <a:uFillTx/>
              <a:latin typeface="OpenSymbol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444F38-65D2-DBD8-08B6-BB826E474B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27942" y="1069717"/>
            <a:ext cx="3777120" cy="1709280"/>
          </a:xfrm>
        </p:spPr>
        <p:txBody>
          <a:bodyPr/>
          <a:lstStyle/>
          <a:p>
            <a:r>
              <a:rPr lang="en-IN" dirty="0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755492206"/>
      </p:ext>
    </p:extLst>
  </p:cSld>
  <p:clrMapOvr>
    <a:masterClrMapping/>
  </p:clrMapOvr>
</p:sld>
</file>

<file path=ppt/theme/theme1.xml><?xml version="1.0" encoding="utf-8"?>
<a:theme xmlns:a="http://schemas.openxmlformats.org/drawingml/2006/main" name="Data Collection and Analysis - Master of Science in Community Health and Prevention Research by Slidesgo">
  <a:themeElements>
    <a:clrScheme name="Simple Light">
      <a:dk1>
        <a:srgbClr val="384655"/>
      </a:dk1>
      <a:lt1>
        <a:srgbClr val="FFFFFF"/>
      </a:lt1>
      <a:dk2>
        <a:srgbClr val="AFC7FF"/>
      </a:dk2>
      <a:lt2>
        <a:srgbClr val="9FCBFD"/>
      </a:lt2>
      <a:accent1>
        <a:srgbClr val="68DAF8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384655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lidesgo Final Pages">
  <a:themeElements>
    <a:clrScheme name="Simple Light">
      <a:dk1>
        <a:srgbClr val="0E2A47"/>
      </a:dk1>
      <a:lt1>
        <a:srgbClr val="FFFFFF"/>
      </a:lt1>
      <a:dk2>
        <a:srgbClr val="869FB2"/>
      </a:dk2>
      <a:lt2>
        <a:srgbClr val="FFFFFF"/>
      </a:lt2>
      <a:accent1>
        <a:srgbClr val="FFFFFF"/>
      </a:accent1>
      <a:accent2>
        <a:srgbClr val="FFFFFF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869FB2"/>
      </a:hlink>
      <a:folHlink>
        <a:srgbClr val="0097A7"/>
      </a:folHlink>
    </a:clrScheme>
    <a:fontScheme name="Office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>
      <a:fillStyleLst>
        <a:solidFill>
          <a:schemeClr val="phClr"/>
        </a:solidFill>
        <a:gradFill>
          <a:gsLst>
            <a:gs pos="0">
              <a:schemeClr val="phClr">
                <a:tint val="50000"/>
              </a:schemeClr>
            </a:gs>
            <a:gs pos="35000">
              <a:schemeClr val="phClr">
                <a:tint val="37000"/>
              </a:schemeClr>
            </a:gs>
            <a:gs pos="100000">
              <a:schemeClr val="phClr">
                <a:tint val="15000"/>
              </a:schemeClr>
            </a:gs>
          </a:gsLst>
          <a:lin ang="16200000" scaled="1"/>
          <a:tileRect/>
        </a:gradFill>
        <a:gradFill>
          <a:gsLst>
            <a:gs pos="0">
              <a:schemeClr val="phClr">
                <a:tint val="100000"/>
                <a:shade val="100000"/>
              </a:schemeClr>
            </a:gs>
            <a:gs pos="100000">
              <a:schemeClr val="phClr">
                <a:tint val="50000"/>
                <a:shade val="100000"/>
              </a:schemeClr>
            </a:gs>
          </a:gsLst>
          <a:lin ang="16200000" scaled="0"/>
          <a:tileRect/>
        </a:gradFill>
      </a:fillStyleLst>
      <a:lnStyleLst>
        <a:ln w="9525" cap="flat" cmpd="sng" algn="ctr">
          <a:prstDash val="solid"/>
        </a:ln>
        <a:ln w="25400" cap="flat" cmpd="sng" algn="ctr">
          <a:prstDash val="solid"/>
        </a:ln>
        <a:ln w="38100" cap="flat" cmpd="sng" algn="ctr"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>
          <a:gsLst>
            <a:gs pos="0">
              <a:schemeClr val="phClr">
                <a:tint val="40000"/>
              </a:schemeClr>
            </a:gs>
            <a:gs pos="40000">
              <a:schemeClr val="phClr">
                <a:tint val="45000"/>
                <a:shade val="99000"/>
              </a:schemeClr>
            </a:gs>
            <a:gs pos="100000">
              <a:schemeClr val="phClr">
                <a:shade val="20000"/>
              </a:schemeClr>
            </a:gs>
          </a:gsLst>
          <a:path path="circle">
            <a:fillToRect l="50000" t="-80000" r="50000" b="180000"/>
          </a:path>
          <a:tileRect/>
        </a:gradFill>
        <a:gradFill>
          <a:gsLst>
            <a:gs pos="0">
              <a:schemeClr val="phClr">
                <a:tint val="8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50000" t="50000" r="50000" b="50000"/>
          </a:path>
          <a:tileRect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111</TotalTime>
  <Words>608</Words>
  <Application>Microsoft Office PowerPoint</Application>
  <PresentationFormat>On-screen Show (16:9)</PresentationFormat>
  <Paragraphs>64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DM Sans</vt:lpstr>
      <vt:lpstr>OpenSymbol</vt:lpstr>
      <vt:lpstr>Outfit</vt:lpstr>
      <vt:lpstr>Symbol</vt:lpstr>
      <vt:lpstr>Wingdings</vt:lpstr>
      <vt:lpstr>Data Collection and Analysis - Master of Science in Community Health and Prevention Research by Slidesgo</vt:lpstr>
      <vt:lpstr>Slidesgo Final Pages</vt:lpstr>
      <vt:lpstr>Face Emotion Detection and Music Recommendation</vt:lpstr>
      <vt:lpstr>Introduction</vt:lpstr>
      <vt:lpstr>Project Overview</vt:lpstr>
      <vt:lpstr>Problem statement and objectives</vt:lpstr>
      <vt:lpstr>Research &amp; Methodology</vt:lpstr>
      <vt:lpstr>CNN model and dataset used</vt:lpstr>
      <vt:lpstr>Real-time emotion detection process</vt:lpstr>
      <vt:lpstr>Data Analysis (Dataset)</vt:lpstr>
      <vt:lpstr>Challenges &amp; Solutions</vt:lpstr>
      <vt:lpstr>Solution</vt:lpstr>
      <vt:lpstr>Results, advantages, and future scope</vt:lpstr>
      <vt:lpstr>Conclusions</vt:lpstr>
      <vt:lpstr>Thank You</vt:lpstr>
    </vt:vector>
  </TitlesOfParts>
  <Company>Microsoft Corporation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sujal jivani</dc:creator>
  <cp:lastModifiedBy>sujal jivani</cp:lastModifiedBy>
  <cp:revision>5</cp:revision>
  <dcterms:modified xsi:type="dcterms:W3CDTF">2026-05-06T04:42:34Z</dcterms:modified>
</cp:coreProperties>
</file>

<file path=docProps/core0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2026-01-27T01:39:48Z</dcterms:created>
  <dc:creator>Unknown Creator</dc:creator>
  <dc:description/>
  <dc:language>en-US</dc:language>
  <cp:lastModifiedBy>Unknown Creator</cp:lastModifiedBy>
  <dcterms:modified xsi:type="dcterms:W3CDTF">2026-01-27T01:39:48Z</dcterms:modified>
  <cp:revision>0</cp:revision>
  <dc:subject/>
  <dc:title>Untitled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Slides">
    <vt:r8>12</vt:r8>
  </property>
</Properties>
</file>